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notesMasterIdLst>
    <p:notesMasterId r:id="rId15"/>
  </p:notesMasterIdLst>
  <p:sldIdLst>
    <p:sldId id="256" r:id="rId2"/>
    <p:sldId id="258" r:id="rId3"/>
    <p:sldId id="271" r:id="rId4"/>
    <p:sldId id="277" r:id="rId5"/>
    <p:sldId id="260" r:id="rId6"/>
    <p:sldId id="273" r:id="rId7"/>
    <p:sldId id="276" r:id="rId8"/>
    <p:sldId id="294" r:id="rId9"/>
    <p:sldId id="288" r:id="rId10"/>
    <p:sldId id="300" r:id="rId11"/>
    <p:sldId id="259" r:id="rId12"/>
    <p:sldId id="274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werPoint - Power BI Dashboard" id="{841686F5-02B5-4A9B-973A-DBED16AAB6D8}">
          <p14:sldIdLst>
            <p14:sldId id="256"/>
            <p14:sldId id="258"/>
            <p14:sldId id="271"/>
            <p14:sldId id="277"/>
            <p14:sldId id="260"/>
            <p14:sldId id="273"/>
            <p14:sldId id="276"/>
            <p14:sldId id="294"/>
            <p14:sldId id="288"/>
            <p14:sldId id="300"/>
            <p14:sldId id="259"/>
            <p14:sldId id="274"/>
            <p14:sldId id="275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4E4"/>
    <a:srgbClr val="E6E6E6"/>
    <a:srgbClr val="15B000"/>
    <a:srgbClr val="D4E300"/>
    <a:srgbClr val="0077FF"/>
    <a:srgbClr val="E7E7E7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CF031-5765-BC02-0EA8-BECFB07A75C3}" v="538" dt="2025-06-16T23:50:46.842"/>
    <p1510:client id="{229D8281-1EA5-AE77-7200-90CEC506C096}" v="82" dt="2025-06-16T09:22:21.517"/>
    <p1510:client id="{37DEC20C-88C1-A70F-5C43-A78176F49F59}" v="366" dt="2025-06-17T00:00:15.392"/>
    <p1510:client id="{48DC8AD4-5BD3-6D8F-11D2-09481EFE0E56}" v="109" dt="2025-06-16T10:06:12.269"/>
    <p1510:client id="{4DA9D1DC-63FC-5681-F8DD-BDF45D842B9D}" v="159" dt="2025-06-15T17:16:11.498"/>
    <p1510:client id="{5A329548-7F9D-FA11-41EC-EC97FC988C88}" v="8" dt="2025-06-16T05:40:09.462"/>
    <p1510:client id="{72CE0D4C-2332-635B-97E7-E073C89E3914}" v="1852" dt="2025-06-16T02:08:00.762"/>
    <p1510:client id="{82F061EA-1469-83DA-1BC7-C3E7FBAF50C0}" v="3719" dt="2025-06-16T17:55:00.564"/>
    <p1510:client id="{A6F96810-B6AF-692F-2E4E-F3AF56882CBD}" v="70" dt="2025-06-16T09:46:01.500"/>
    <p1510:client id="{A90E3DD3-BD72-69EE-46A8-9FD837BD27BD}" v="2093" dt="2025-06-16T01:57:33.655"/>
    <p1510:client id="{BA24D88F-507C-A15C-48A7-99D828E2FDA6}" v="308" dt="2025-06-15T13:20:14.440"/>
    <p1510:client id="{E825C64B-A10A-8FE9-4B39-E03E2A60BF84}" v="2306" dt="2025-06-16T21:04:09.257"/>
    <p1510:client id="{EA753F1B-9E36-090F-05F5-15CE4B723F3D}" v="294" dt="2025-06-15T18:05:07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65" d="100"/>
          <a:sy n="165" d="100"/>
        </p:scale>
        <p:origin x="991" y="2045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TuyetNgan Vo" userId="S::vop47519@hs-regensburg.de::6eafc975-32e2-4ed2-b112-6f0b1a0a725d" providerId="AD" clId="Web-{E053A234-DFBC-46C9-A872-D4CABF3DBE11}"/>
    <pc:docChg chg="modSld">
      <pc:chgData name="PhamTuyetNgan Vo" userId="S::vop47519@hs-regensburg.de::6eafc975-32e2-4ed2-b112-6f0b1a0a725d" providerId="AD" clId="Web-{E053A234-DFBC-46C9-A872-D4CABF3DBE11}" dt="2025-06-09T14:54:26.143" v="65" actId="20577"/>
      <pc:docMkLst>
        <pc:docMk/>
      </pc:docMkLst>
      <pc:sldChg chg="modSp">
        <pc:chgData name="PhamTuyetNgan Vo" userId="S::vop47519@hs-regensburg.de::6eafc975-32e2-4ed2-b112-6f0b1a0a725d" providerId="AD" clId="Web-{E053A234-DFBC-46C9-A872-D4CABF3DBE11}" dt="2025-06-09T14:54:26.143" v="65" actId="20577"/>
        <pc:sldMkLst>
          <pc:docMk/>
          <pc:sldMk cId="662180798" sldId="273"/>
        </pc:sldMkLst>
        <pc:spChg chg="mod">
          <ac:chgData name="PhamTuyetNgan Vo" userId="S::vop47519@hs-regensburg.de::6eafc975-32e2-4ed2-b112-6f0b1a0a725d" providerId="AD" clId="Web-{E053A234-DFBC-46C9-A872-D4CABF3DBE11}" dt="2025-06-09T14:54:26.143" v="65" actId="20577"/>
          <ac:spMkLst>
            <pc:docMk/>
            <pc:sldMk cId="662180798" sldId="273"/>
            <ac:spMk id="16" creationId="{2890B26F-5E00-BDEC-9444-771189009072}"/>
          </ac:spMkLst>
        </pc:spChg>
      </pc:sldChg>
    </pc:docChg>
  </pc:docChgLst>
  <pc:docChgLst>
    <pc:chgData name="QuangTung Vo" userId="S::voq47493@hs-regensburg.de::70ca6c10-5c96-45a7-9902-38ac12776db3" providerId="AD" clId="Web-{2C54A8BA-5549-01FE-3563-BCEADFFA8457}"/>
    <pc:docChg chg="addSld delSld modSld sldOrd modSection">
      <pc:chgData name="QuangTung Vo" userId="S::voq47493@hs-regensburg.de::70ca6c10-5c96-45a7-9902-38ac12776db3" providerId="AD" clId="Web-{2C54A8BA-5549-01FE-3563-BCEADFFA8457}" dt="2025-06-10T00:21:08.399" v="935" actId="20577"/>
      <pc:docMkLst>
        <pc:docMk/>
      </pc:docMkLst>
      <pc:sldChg chg="addSp modSp mod ord setBg">
        <pc:chgData name="QuangTung Vo" userId="S::voq47493@hs-regensburg.de::70ca6c10-5c96-45a7-9902-38ac12776db3" providerId="AD" clId="Web-{2C54A8BA-5549-01FE-3563-BCEADFFA8457}" dt="2025-06-09T21:42:39.360" v="661"/>
        <pc:sldMkLst>
          <pc:docMk/>
          <pc:sldMk cId="1115697934" sldId="259"/>
        </pc:sldMkLst>
        <pc:spChg chg="add mod">
          <ac:chgData name="QuangTung Vo" userId="S::voq47493@hs-regensburg.de::70ca6c10-5c96-45a7-9902-38ac12776db3" providerId="AD" clId="Web-{2C54A8BA-5549-01FE-3563-BCEADFFA8457}" dt="2025-06-09T20:58:11.543" v="504" actId="20577"/>
          <ac:spMkLst>
            <pc:docMk/>
            <pc:sldMk cId="1115697934" sldId="259"/>
            <ac:spMk id="4" creationId="{4F581590-DEDF-912D-C252-B5A697FD4262}"/>
          </ac:spMkLst>
        </pc:spChg>
        <pc:spChg chg="add mod">
          <ac:chgData name="QuangTung Vo" userId="S::voq47493@hs-regensburg.de::70ca6c10-5c96-45a7-9902-38ac12776db3" providerId="AD" clId="Web-{2C54A8BA-5549-01FE-3563-BCEADFFA8457}" dt="2025-06-09T21:41:09.374" v="648" actId="20577"/>
          <ac:spMkLst>
            <pc:docMk/>
            <pc:sldMk cId="1115697934" sldId="259"/>
            <ac:spMk id="5" creationId="{8F945C36-F7B5-2B18-10A1-172C279D0AED}"/>
          </ac:spMkLst>
        </pc:spChg>
        <pc:picChg chg="add mod">
          <ac:chgData name="QuangTung Vo" userId="S::voq47493@hs-regensburg.de::70ca6c10-5c96-45a7-9902-38ac12776db3" providerId="AD" clId="Web-{2C54A8BA-5549-01FE-3563-BCEADFFA8457}" dt="2025-06-09T21:36:06.007" v="629" actId="14100"/>
          <ac:picMkLst>
            <pc:docMk/>
            <pc:sldMk cId="1115697934" sldId="259"/>
            <ac:picMk id="3" creationId="{6A7279CB-028F-FF78-1A2B-176FB029B90B}"/>
          </ac:picMkLst>
        </pc:picChg>
      </pc:sldChg>
      <pc:sldChg chg="modSp">
        <pc:chgData name="QuangTung Vo" userId="S::voq47493@hs-regensburg.de::70ca6c10-5c96-45a7-9902-38ac12776db3" providerId="AD" clId="Web-{2C54A8BA-5549-01FE-3563-BCEADFFA8457}" dt="2025-06-09T15:30:16.765" v="18" actId="20577"/>
        <pc:sldMkLst>
          <pc:docMk/>
          <pc:sldMk cId="3830050188" sldId="260"/>
        </pc:sldMkLst>
        <pc:spChg chg="mod">
          <ac:chgData name="QuangTung Vo" userId="S::voq47493@hs-regensburg.de::70ca6c10-5c96-45a7-9902-38ac12776db3" providerId="AD" clId="Web-{2C54A8BA-5549-01FE-3563-BCEADFFA8457}" dt="2025-06-09T15:30:16.765" v="18" actId="20577"/>
          <ac:spMkLst>
            <pc:docMk/>
            <pc:sldMk cId="3830050188" sldId="260"/>
            <ac:spMk id="8" creationId="{C65BBDCF-FCE0-6C5A-993C-5E6CD07A64E5}"/>
          </ac:spMkLst>
        </pc:spChg>
      </pc:sldChg>
      <pc:sldChg chg="addSp delSp modSp add del">
        <pc:chgData name="QuangTung Vo" userId="S::voq47493@hs-regensburg.de::70ca6c10-5c96-45a7-9902-38ac12776db3" providerId="AD" clId="Web-{2C54A8BA-5549-01FE-3563-BCEADFFA8457}" dt="2025-06-09T22:14:56.079" v="920"/>
        <pc:sldMkLst>
          <pc:docMk/>
          <pc:sldMk cId="176158537" sldId="274"/>
        </pc:sldMkLst>
        <pc:spChg chg="add mod">
          <ac:chgData name="QuangTung Vo" userId="S::voq47493@hs-regensburg.de::70ca6c10-5c96-45a7-9902-38ac12776db3" providerId="AD" clId="Web-{2C54A8BA-5549-01FE-3563-BCEADFFA8457}" dt="2025-06-09T15:58:14.256" v="204" actId="1076"/>
          <ac:spMkLst>
            <pc:docMk/>
            <pc:sldMk cId="176158537" sldId="274"/>
            <ac:spMk id="8" creationId="{461EDE9E-88CA-0354-FB60-8E7D6BB1B252}"/>
          </ac:spMkLst>
        </pc:spChg>
        <pc:graphicFrameChg chg="mod modGraphic">
          <ac:chgData name="QuangTung Vo" userId="S::voq47493@hs-regensburg.de::70ca6c10-5c96-45a7-9902-38ac12776db3" providerId="AD" clId="Web-{2C54A8BA-5549-01FE-3563-BCEADFFA8457}" dt="2025-06-09T22:14:56.079" v="920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del">
          <ac:chgData name="QuangTung Vo" userId="S::voq47493@hs-regensburg.de::70ca6c10-5c96-45a7-9902-38ac12776db3" providerId="AD" clId="Web-{2C54A8BA-5549-01FE-3563-BCEADFFA8457}" dt="2025-06-09T15:32:40.521" v="21"/>
          <ac:picMkLst>
            <pc:docMk/>
            <pc:sldMk cId="176158537" sldId="274"/>
            <ac:picMk id="2" creationId="{46147644-298D-55F1-98A5-C2D08E58A402}"/>
          </ac:picMkLst>
        </pc:picChg>
        <pc:picChg chg="add mod">
          <ac:chgData name="QuangTung Vo" userId="S::voq47493@hs-regensburg.de::70ca6c10-5c96-45a7-9902-38ac12776db3" providerId="AD" clId="Web-{2C54A8BA-5549-01FE-3563-BCEADFFA8457}" dt="2025-06-09T16:04:41.168" v="285" actId="1076"/>
          <ac:picMkLst>
            <pc:docMk/>
            <pc:sldMk cId="176158537" sldId="274"/>
            <ac:picMk id="4" creationId="{F021132D-6E16-A576-2054-49630B9AC5CE}"/>
          </ac:picMkLst>
        </pc:picChg>
        <pc:picChg chg="del mod">
          <ac:chgData name="QuangTung Vo" userId="S::voq47493@hs-regensburg.de::70ca6c10-5c96-45a7-9902-38ac12776db3" providerId="AD" clId="Web-{2C54A8BA-5549-01FE-3563-BCEADFFA8457}" dt="2025-06-09T15:57:31.832" v="163"/>
          <ac:picMkLst>
            <pc:docMk/>
            <pc:sldMk cId="176158537" sldId="274"/>
            <ac:picMk id="6" creationId="{6435B638-190A-2DBA-A8E3-3D6724C43C2B}"/>
          </ac:picMkLst>
        </pc:picChg>
      </pc:sldChg>
      <pc:sldChg chg="addSp modSp mod setBg">
        <pc:chgData name="QuangTung Vo" userId="S::voq47493@hs-regensburg.de::70ca6c10-5c96-45a7-9902-38ac12776db3" providerId="AD" clId="Web-{2C54A8BA-5549-01FE-3563-BCEADFFA8457}" dt="2025-06-09T20:56:50.366" v="490"/>
        <pc:sldMkLst>
          <pc:docMk/>
          <pc:sldMk cId="349166377" sldId="275"/>
        </pc:sldMkLst>
        <pc:spChg chg="add mod">
          <ac:chgData name="QuangTung Vo" userId="S::voq47493@hs-regensburg.de::70ca6c10-5c96-45a7-9902-38ac12776db3" providerId="AD" clId="Web-{2C54A8BA-5549-01FE-3563-BCEADFFA8457}" dt="2025-06-09T20:32:38.435" v="347" actId="1076"/>
          <ac:spMkLst>
            <pc:docMk/>
            <pc:sldMk cId="349166377" sldId="275"/>
            <ac:spMk id="2" creationId="{FACA5813-F826-AD7A-79D1-BF1FF65AAED8}"/>
          </ac:spMkLst>
        </pc:spChg>
        <pc:spChg chg="mod">
          <ac:chgData name="QuangTung Vo" userId="S::voq47493@hs-regensburg.de::70ca6c10-5c96-45a7-9902-38ac12776db3" providerId="AD" clId="Web-{2C54A8BA-5549-01FE-3563-BCEADFFA8457}" dt="2025-06-09T20:56:04.505" v="489" actId="20577"/>
          <ac:spMkLst>
            <pc:docMk/>
            <pc:sldMk cId="349166377" sldId="275"/>
            <ac:spMk id="7" creationId="{57BBA451-3B7A-540E-9C92-9355CB6AED8E}"/>
          </ac:spMkLst>
        </pc:spChg>
        <pc:picChg chg="add mod">
          <ac:chgData name="QuangTung Vo" userId="S::voq47493@hs-regensburg.de::70ca6c10-5c96-45a7-9902-38ac12776db3" providerId="AD" clId="Web-{2C54A8BA-5549-01FE-3563-BCEADFFA8457}" dt="2025-06-09T20:42:57.944" v="358" actId="14100"/>
          <ac:picMkLst>
            <pc:docMk/>
            <pc:sldMk cId="349166377" sldId="275"/>
            <ac:picMk id="4" creationId="{8E34386D-A7F8-F22C-D815-D0D34F5DE39B}"/>
          </ac:picMkLst>
        </pc:picChg>
      </pc:sldChg>
      <pc:sldChg chg="addSp delSp modSp mod setBg">
        <pc:chgData name="QuangTung Vo" userId="S::voq47493@hs-regensburg.de::70ca6c10-5c96-45a7-9902-38ac12776db3" providerId="AD" clId="Web-{2C54A8BA-5549-01FE-3563-BCEADFFA8457}" dt="2025-06-10T00:21:08.399" v="935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2C54A8BA-5549-01FE-3563-BCEADFFA8457}" dt="2025-06-09T15:36:39.984" v="37" actId="1076"/>
          <ac:spMkLst>
            <pc:docMk/>
            <pc:sldMk cId="2205569032" sldId="278"/>
            <ac:spMk id="2" creationId="{9CB8137F-1F6D-A666-EEDE-E81451368579}"/>
          </ac:spMkLst>
        </pc:spChg>
        <pc:spChg chg="mod">
          <ac:chgData name="QuangTung Vo" userId="S::voq47493@hs-regensburg.de::70ca6c10-5c96-45a7-9902-38ac12776db3" providerId="AD" clId="Web-{2C54A8BA-5549-01FE-3563-BCEADFFA8457}" dt="2025-06-10T00:21:08.399" v="935" actId="20577"/>
          <ac:spMkLst>
            <pc:docMk/>
            <pc:sldMk cId="2205569032" sldId="278"/>
            <ac:spMk id="5" creationId="{D04CF8B5-E695-6477-3F95-7EC3F90C92DB}"/>
          </ac:spMkLst>
        </pc:spChg>
        <pc:picChg chg="mod">
          <ac:chgData name="QuangTung Vo" userId="S::voq47493@hs-regensburg.de::70ca6c10-5c96-45a7-9902-38ac12776db3" providerId="AD" clId="Web-{2C54A8BA-5549-01FE-3563-BCEADFFA8457}" dt="2025-06-09T15:39:13.974" v="57" actId="1076"/>
          <ac:picMkLst>
            <pc:docMk/>
            <pc:sldMk cId="2205569032" sldId="278"/>
            <ac:picMk id="6" creationId="{71346A12-2901-6CB8-5B02-6F5F385C3720}"/>
          </ac:picMkLst>
        </pc:picChg>
        <pc:picChg chg="mod">
          <ac:chgData name="QuangTung Vo" userId="S::voq47493@hs-regensburg.de::70ca6c10-5c96-45a7-9902-38ac12776db3" providerId="AD" clId="Web-{2C54A8BA-5549-01FE-3563-BCEADFFA8457}" dt="2025-06-09T15:39:01.599" v="56" actId="14100"/>
          <ac:picMkLst>
            <pc:docMk/>
            <pc:sldMk cId="2205569032" sldId="278"/>
            <ac:picMk id="7" creationId="{7FC7F6AF-9EDB-A96D-D45D-FD35D487C3F5}"/>
          </ac:picMkLst>
        </pc:picChg>
        <pc:picChg chg="add del mod">
          <ac:chgData name="QuangTung Vo" userId="S::voq47493@hs-regensburg.de::70ca6c10-5c96-45a7-9902-38ac12776db3" providerId="AD" clId="Web-{2C54A8BA-5549-01FE-3563-BCEADFFA8457}" dt="2025-06-09T15:41:19.448" v="69"/>
          <ac:picMkLst>
            <pc:docMk/>
            <pc:sldMk cId="2205569032" sldId="278"/>
            <ac:picMk id="8" creationId="{44A62024-FC9C-BE37-1F82-2EA36F876A63}"/>
          </ac:picMkLst>
        </pc:picChg>
      </pc:sldChg>
      <pc:sldChg chg="modSp mod setBg">
        <pc:chgData name="QuangTung Vo" userId="S::voq47493@hs-regensburg.de::70ca6c10-5c96-45a7-9902-38ac12776db3" providerId="AD" clId="Web-{2C54A8BA-5549-01FE-3563-BCEADFFA8457}" dt="2025-06-09T21:53:21.501" v="719" actId="20577"/>
        <pc:sldMkLst>
          <pc:docMk/>
          <pc:sldMk cId="804985069" sldId="279"/>
        </pc:sldMkLst>
        <pc:spChg chg="mod">
          <ac:chgData name="QuangTung Vo" userId="S::voq47493@hs-regensburg.de::70ca6c10-5c96-45a7-9902-38ac12776db3" providerId="AD" clId="Web-{2C54A8BA-5549-01FE-3563-BCEADFFA8457}" dt="2025-06-09T15:51:14.207" v="117" actId="1076"/>
          <ac:spMkLst>
            <pc:docMk/>
            <pc:sldMk cId="804985069" sldId="279"/>
            <ac:spMk id="2" creationId="{1C8A7F42-9AC0-D817-F9E7-955A6EFE019A}"/>
          </ac:spMkLst>
        </pc:spChg>
        <pc:spChg chg="mod">
          <ac:chgData name="QuangTung Vo" userId="S::voq47493@hs-regensburg.de::70ca6c10-5c96-45a7-9902-38ac12776db3" providerId="AD" clId="Web-{2C54A8BA-5549-01FE-3563-BCEADFFA8457}" dt="2025-06-09T21:53:21.501" v="719" actId="20577"/>
          <ac:spMkLst>
            <pc:docMk/>
            <pc:sldMk cId="804985069" sldId="279"/>
            <ac:spMk id="5" creationId="{34924BF9-3802-9010-6922-396497475C1F}"/>
          </ac:spMkLst>
        </pc:spChg>
        <pc:picChg chg="mod">
          <ac:chgData name="QuangTung Vo" userId="S::voq47493@hs-regensburg.de::70ca6c10-5c96-45a7-9902-38ac12776db3" providerId="AD" clId="Web-{2C54A8BA-5549-01FE-3563-BCEADFFA8457}" dt="2025-06-09T21:51:23.811" v="712" actId="1076"/>
          <ac:picMkLst>
            <pc:docMk/>
            <pc:sldMk cId="804985069" sldId="279"/>
            <ac:picMk id="8" creationId="{11925BBF-96DF-5E42-1E3F-BFE2FF02C83B}"/>
          </ac:picMkLst>
        </pc:picChg>
        <pc:picChg chg="mod">
          <ac:chgData name="QuangTung Vo" userId="S::voq47493@hs-regensburg.de::70ca6c10-5c96-45a7-9902-38ac12776db3" providerId="AD" clId="Web-{2C54A8BA-5549-01FE-3563-BCEADFFA8457}" dt="2025-06-09T21:51:33.232" v="713" actId="1076"/>
          <ac:picMkLst>
            <pc:docMk/>
            <pc:sldMk cId="804985069" sldId="279"/>
            <ac:picMk id="9" creationId="{F76D881D-3C4E-3796-3767-3398A6EFFDF4}"/>
          </ac:picMkLst>
        </pc:picChg>
      </pc:sldChg>
      <pc:sldChg chg="modSp mod setBg">
        <pc:chgData name="QuangTung Vo" userId="S::voq47493@hs-regensburg.de::70ca6c10-5c96-45a7-9902-38ac12776db3" providerId="AD" clId="Web-{2C54A8BA-5549-01FE-3563-BCEADFFA8457}" dt="2025-06-09T22:05:10.486" v="772" actId="14100"/>
        <pc:sldMkLst>
          <pc:docMk/>
          <pc:sldMk cId="1870867864" sldId="280"/>
        </pc:sldMkLst>
        <pc:spChg chg="mod">
          <ac:chgData name="QuangTung Vo" userId="S::voq47493@hs-regensburg.de::70ca6c10-5c96-45a7-9902-38ac12776db3" providerId="AD" clId="Web-{2C54A8BA-5549-01FE-3563-BCEADFFA8457}" dt="2025-06-09T15:53:23.978" v="126" actId="20577"/>
          <ac:spMkLst>
            <pc:docMk/>
            <pc:sldMk cId="1870867864" sldId="280"/>
            <ac:spMk id="2" creationId="{6AA719FF-6360-F3E5-8630-1CC62276C5EF}"/>
          </ac:spMkLst>
        </pc:spChg>
        <pc:spChg chg="mod">
          <ac:chgData name="QuangTung Vo" userId="S::voq47493@hs-regensburg.de::70ca6c10-5c96-45a7-9902-38ac12776db3" providerId="AD" clId="Web-{2C54A8BA-5549-01FE-3563-BCEADFFA8457}" dt="2025-06-09T22:04:43.533" v="770" actId="14100"/>
          <ac:spMkLst>
            <pc:docMk/>
            <pc:sldMk cId="1870867864" sldId="280"/>
            <ac:spMk id="5" creationId="{CC5CCCD4-481F-54E1-48BF-C7BEAE349424}"/>
          </ac:spMkLst>
        </pc:spChg>
        <pc:picChg chg="mod">
          <ac:chgData name="QuangTung Vo" userId="S::voq47493@hs-regensburg.de::70ca6c10-5c96-45a7-9902-38ac12776db3" providerId="AD" clId="Web-{2C54A8BA-5549-01FE-3563-BCEADFFA8457}" dt="2025-06-09T22:05:10.486" v="772" actId="14100"/>
          <ac:picMkLst>
            <pc:docMk/>
            <pc:sldMk cId="1870867864" sldId="280"/>
            <ac:picMk id="6" creationId="{A32C7AA2-8F5F-2820-7981-573298591813}"/>
          </ac:picMkLst>
        </pc:picChg>
        <pc:picChg chg="mod">
          <ac:chgData name="QuangTung Vo" userId="S::voq47493@hs-regensburg.de::70ca6c10-5c96-45a7-9902-38ac12776db3" providerId="AD" clId="Web-{2C54A8BA-5549-01FE-3563-BCEADFFA8457}" dt="2025-06-09T22:04:01" v="768" actId="1076"/>
          <ac:picMkLst>
            <pc:docMk/>
            <pc:sldMk cId="1870867864" sldId="280"/>
            <ac:picMk id="7" creationId="{AEB600BF-0252-EFC8-AEAA-B9457E28710F}"/>
          </ac:picMkLst>
        </pc:picChg>
      </pc:sldChg>
    </pc:docChg>
  </pc:docChgLst>
  <pc:docChgLst>
    <pc:chgData name="PhamTuyetNgan Vo" userId="S::vop47519@hs-regensburg.de::6eafc975-32e2-4ed2-b112-6f0b1a0a725d" providerId="AD" clId="Web-{48DC8AD4-5BD3-6D8F-11D2-09481EFE0E56}"/>
    <pc:docChg chg="modSld">
      <pc:chgData name="PhamTuyetNgan Vo" userId="S::vop47519@hs-regensburg.de::6eafc975-32e2-4ed2-b112-6f0b1a0a725d" providerId="AD" clId="Web-{48DC8AD4-5BD3-6D8F-11D2-09481EFE0E56}" dt="2025-06-16T10:06:12.269" v="69"/>
      <pc:docMkLst>
        <pc:docMk/>
      </pc:docMkLst>
      <pc:sldChg chg="addSp delSp modSp">
        <pc:chgData name="PhamTuyetNgan Vo" userId="S::vop47519@hs-regensburg.de::6eafc975-32e2-4ed2-b112-6f0b1a0a725d" providerId="AD" clId="Web-{48DC8AD4-5BD3-6D8F-11D2-09481EFE0E56}" dt="2025-06-16T10:06:12.269" v="69"/>
        <pc:sldMkLst>
          <pc:docMk/>
          <pc:sldMk cId="2205569032" sldId="278"/>
        </pc:sldMkLst>
        <pc:picChg chg="add del mod">
          <ac:chgData name="PhamTuyetNgan Vo" userId="S::vop47519@hs-regensburg.de::6eafc975-32e2-4ed2-b112-6f0b1a0a725d" providerId="AD" clId="Web-{48DC8AD4-5BD3-6D8F-11D2-09481EFE0E56}" dt="2025-06-16T10:06:12.269" v="69"/>
          <ac:picMkLst>
            <pc:docMk/>
            <pc:sldMk cId="2205569032" sldId="278"/>
            <ac:picMk id="6" creationId="{35F4706B-8470-B1E3-BA23-7FC93420BB5B}"/>
          </ac:picMkLst>
        </pc:picChg>
      </pc:sldChg>
      <pc:sldChg chg="modSp">
        <pc:chgData name="PhamTuyetNgan Vo" userId="S::vop47519@hs-regensburg.de::6eafc975-32e2-4ed2-b112-6f0b1a0a725d" providerId="AD" clId="Web-{48DC8AD4-5BD3-6D8F-11D2-09481EFE0E56}" dt="2025-06-16T09:59:52.895" v="67" actId="14100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48DC8AD4-5BD3-6D8F-11D2-09481EFE0E56}" dt="2025-06-16T09:59:52.895" v="67" actId="14100"/>
          <ac:spMkLst>
            <pc:docMk/>
            <pc:sldMk cId="2166999962" sldId="287"/>
            <ac:spMk id="5" creationId="{28D35578-5B11-CA01-F659-F2B96792D269}"/>
          </ac:spMkLst>
        </pc:spChg>
        <pc:picChg chg="mod">
          <ac:chgData name="PhamTuyetNgan Vo" userId="S::vop47519@hs-regensburg.de::6eafc975-32e2-4ed2-b112-6f0b1a0a725d" providerId="AD" clId="Web-{48DC8AD4-5BD3-6D8F-11D2-09481EFE0E56}" dt="2025-06-16T09:51:38.173" v="16" actId="1076"/>
          <ac:picMkLst>
            <pc:docMk/>
            <pc:sldMk cId="2166999962" sldId="287"/>
            <ac:picMk id="6" creationId="{C2105099-99D3-B618-568B-24222830E3C5}"/>
          </ac:picMkLst>
        </pc:picChg>
        <pc:picChg chg="mod">
          <ac:chgData name="PhamTuyetNgan Vo" userId="S::vop47519@hs-regensburg.de::6eafc975-32e2-4ed2-b112-6f0b1a0a725d" providerId="AD" clId="Web-{48DC8AD4-5BD3-6D8F-11D2-09481EFE0E56}" dt="2025-06-16T09:56:07.746" v="26" actId="14100"/>
          <ac:picMkLst>
            <pc:docMk/>
            <pc:sldMk cId="2166999962" sldId="287"/>
            <ac:picMk id="7" creationId="{468EF573-BC03-544B-23B7-8D0A357AFD9F}"/>
          </ac:picMkLst>
        </pc:picChg>
        <pc:picChg chg="mod">
          <ac:chgData name="PhamTuyetNgan Vo" userId="S::vop47519@hs-regensburg.de::6eafc975-32e2-4ed2-b112-6f0b1a0a725d" providerId="AD" clId="Web-{48DC8AD4-5BD3-6D8F-11D2-09481EFE0E56}" dt="2025-06-16T09:51:36.157" v="15" actId="1076"/>
          <ac:picMkLst>
            <pc:docMk/>
            <pc:sldMk cId="2166999962" sldId="287"/>
            <ac:picMk id="619" creationId="{445C6447-7D1A-40ED-F9A3-F52F94784194}"/>
          </ac:picMkLst>
        </pc:picChg>
      </pc:sldChg>
    </pc:docChg>
  </pc:docChgLst>
  <pc:docChgLst>
    <pc:chgData name="PhamTuyetNgan Vo" userId="S::vop47519@hs-regensburg.de::6eafc975-32e2-4ed2-b112-6f0b1a0a725d" providerId="AD" clId="Web-{A6F96810-B6AF-692F-2E4E-F3AF56882CBD}"/>
    <pc:docChg chg="modSld">
      <pc:chgData name="PhamTuyetNgan Vo" userId="S::vop47519@hs-regensburg.de::6eafc975-32e2-4ed2-b112-6f0b1a0a725d" providerId="AD" clId="Web-{A6F96810-B6AF-692F-2E4E-F3AF56882CBD}" dt="2025-06-16T09:46:01.500" v="42" actId="1076"/>
      <pc:docMkLst>
        <pc:docMk/>
      </pc:docMkLst>
      <pc:sldChg chg="modSp">
        <pc:chgData name="PhamTuyetNgan Vo" userId="S::vop47519@hs-regensburg.de::6eafc975-32e2-4ed2-b112-6f0b1a0a725d" providerId="AD" clId="Web-{A6F96810-B6AF-692F-2E4E-F3AF56882CBD}" dt="2025-06-16T09:46:01.500" v="42" actId="1076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A6F96810-B6AF-692F-2E4E-F3AF56882CBD}" dt="2025-06-16T09:46:01.500" v="42" actId="1076"/>
          <ac:spMkLst>
            <pc:docMk/>
            <pc:sldMk cId="2166999962" sldId="287"/>
            <ac:spMk id="5" creationId="{28D35578-5B11-CA01-F659-F2B96792D269}"/>
          </ac:spMkLst>
        </pc:spChg>
        <pc:picChg chg="mod">
          <ac:chgData name="PhamTuyetNgan Vo" userId="S::vop47519@hs-regensburg.de::6eafc975-32e2-4ed2-b112-6f0b1a0a725d" providerId="AD" clId="Web-{A6F96810-B6AF-692F-2E4E-F3AF56882CBD}" dt="2025-06-16T09:45:42.718" v="39" actId="1076"/>
          <ac:picMkLst>
            <pc:docMk/>
            <pc:sldMk cId="2166999962" sldId="287"/>
            <ac:picMk id="7" creationId="{468EF573-BC03-544B-23B7-8D0A357AFD9F}"/>
          </ac:picMkLst>
        </pc:picChg>
      </pc:sldChg>
    </pc:docChg>
  </pc:docChgLst>
  <pc:docChgLst>
    <pc:chgData name="QuangTung Vo" userId="S::voq47493@hs-regensburg.de::70ca6c10-5c96-45a7-9902-38ac12776db3" providerId="AD" clId="Web-{711053CD-F9B1-BB96-14B3-19712B4506C8}"/>
    <pc:docChg chg="addSld modSld">
      <pc:chgData name="QuangTung Vo" userId="S::voq47493@hs-regensburg.de::70ca6c10-5c96-45a7-9902-38ac12776db3" providerId="AD" clId="Web-{711053CD-F9B1-BB96-14B3-19712B4506C8}" dt="2025-06-04T18:00:20.205" v="16" actId="1076"/>
      <pc:docMkLst>
        <pc:docMk/>
      </pc:docMkLst>
      <pc:sldChg chg="addSp delSp modSp">
        <pc:chgData name="QuangTung Vo" userId="S::voq47493@hs-regensburg.de::70ca6c10-5c96-45a7-9902-38ac12776db3" providerId="AD" clId="Web-{711053CD-F9B1-BB96-14B3-19712B4506C8}" dt="2025-06-04T17:59:48.454" v="10"/>
        <pc:sldMkLst>
          <pc:docMk/>
          <pc:sldMk cId="3839957984" sldId="258"/>
        </pc:sldMkLst>
        <pc:picChg chg="add del mod">
          <ac:chgData name="QuangTung Vo" userId="S::voq47493@hs-regensburg.de::70ca6c10-5c96-45a7-9902-38ac12776db3" providerId="AD" clId="Web-{711053CD-F9B1-BB96-14B3-19712B4506C8}" dt="2025-06-04T17:59:48.454" v="10"/>
          <ac:picMkLst>
            <pc:docMk/>
            <pc:sldMk cId="3839957984" sldId="258"/>
            <ac:picMk id="4" creationId="{B96E6D25-73B1-4339-A391-01C1CC7B6389}"/>
          </ac:picMkLst>
        </pc:picChg>
      </pc:sldChg>
      <pc:sldChg chg="addSp delSp modSp new">
        <pc:chgData name="QuangTung Vo" userId="S::voq47493@hs-regensburg.de::70ca6c10-5c96-45a7-9902-38ac12776db3" providerId="AD" clId="Web-{711053CD-F9B1-BB96-14B3-19712B4506C8}" dt="2025-06-04T18:00:20.205" v="16" actId="1076"/>
        <pc:sldMkLst>
          <pc:docMk/>
          <pc:sldMk cId="1115697934" sldId="259"/>
        </pc:sldMkLst>
        <pc:spChg chg="del">
          <ac:chgData name="QuangTung Vo" userId="S::voq47493@hs-regensburg.de::70ca6c10-5c96-45a7-9902-38ac12776db3" providerId="AD" clId="Web-{711053CD-F9B1-BB96-14B3-19712B4506C8}" dt="2025-06-04T17:56:22.276" v="1"/>
          <ac:spMkLst>
            <pc:docMk/>
            <pc:sldMk cId="1115697934" sldId="259"/>
            <ac:spMk id="2" creationId="{EE6DD50E-69B1-7E06-C248-B766DB1C5C48}"/>
          </ac:spMkLst>
        </pc:spChg>
        <pc:picChg chg="add del mod">
          <ac:chgData name="QuangTung Vo" userId="S::voq47493@hs-regensburg.de::70ca6c10-5c96-45a7-9902-38ac12776db3" providerId="AD" clId="Web-{711053CD-F9B1-BB96-14B3-19712B4506C8}" dt="2025-06-04T17:59:57.408" v="12"/>
          <ac:picMkLst>
            <pc:docMk/>
            <pc:sldMk cId="1115697934" sldId="259"/>
            <ac:picMk id="3" creationId="{D92C9E7A-0E06-2A8B-D61D-C74BEF9055E4}"/>
          </ac:picMkLst>
        </pc:picChg>
        <pc:picChg chg="add del mod">
          <ac:chgData name="QuangTung Vo" userId="S::voq47493@hs-regensburg.de::70ca6c10-5c96-45a7-9902-38ac12776db3" providerId="AD" clId="Web-{711053CD-F9B1-BB96-14B3-19712B4506C8}" dt="2025-06-04T17:59:51.533" v="11"/>
          <ac:picMkLst>
            <pc:docMk/>
            <pc:sldMk cId="1115697934" sldId="259"/>
            <ac:picMk id="4" creationId="{0814320C-9703-C465-3F7A-21A8B14B4E1E}"/>
          </ac:picMkLst>
        </pc:picChg>
        <pc:picChg chg="add mod">
          <ac:chgData name="QuangTung Vo" userId="S::voq47493@hs-regensburg.de::70ca6c10-5c96-45a7-9902-38ac12776db3" providerId="AD" clId="Web-{711053CD-F9B1-BB96-14B3-19712B4506C8}" dt="2025-06-04T18:00:20.205" v="16" actId="1076"/>
          <ac:picMkLst>
            <pc:docMk/>
            <pc:sldMk cId="1115697934" sldId="259"/>
            <ac:picMk id="5" creationId="{F1FE5356-DC43-6C04-C2FB-AB03E077A4CA}"/>
          </ac:picMkLst>
        </pc:picChg>
      </pc:sldChg>
    </pc:docChg>
  </pc:docChgLst>
  <pc:docChgLst>
    <pc:chgData name="QuangTung Vo" userId="S::voq47493@hs-regensburg.de::70ca6c10-5c96-45a7-9902-38ac12776db3" providerId="AD" clId="Web-{BE21C593-CE2C-01D1-99DD-8831B5277306}"/>
    <pc:docChg chg="modSld">
      <pc:chgData name="QuangTung Vo" userId="S::voq47493@hs-regensburg.de::70ca6c10-5c96-45a7-9902-38ac12776db3" providerId="AD" clId="Web-{BE21C593-CE2C-01D1-99DD-8831B5277306}" dt="2025-06-15T18:59:25.957" v="52" actId="20577"/>
      <pc:docMkLst>
        <pc:docMk/>
      </pc:docMkLst>
      <pc:sldChg chg="modSp">
        <pc:chgData name="QuangTung Vo" userId="S::voq47493@hs-regensburg.de::70ca6c10-5c96-45a7-9902-38ac12776db3" providerId="AD" clId="Web-{BE21C593-CE2C-01D1-99DD-8831B5277306}" dt="2025-06-15T18:59:25.957" v="52" actId="20577"/>
        <pc:sldMkLst>
          <pc:docMk/>
          <pc:sldMk cId="1661072374" sldId="291"/>
        </pc:sldMkLst>
        <pc:graphicFrameChg chg="mod modGraphic">
          <ac:chgData name="QuangTung Vo" userId="S::voq47493@hs-regensburg.de::70ca6c10-5c96-45a7-9902-38ac12776db3" providerId="AD" clId="Web-{BE21C593-CE2C-01D1-99DD-8831B5277306}" dt="2025-06-15T18:59:25.957" v="52" actId="20577"/>
          <ac:graphicFrameMkLst>
            <pc:docMk/>
            <pc:sldMk cId="1661072374" sldId="291"/>
            <ac:graphicFrameMk id="4" creationId="{D52C7F8B-FAC2-6E1C-B85E-756260B89698}"/>
          </ac:graphicFrameMkLst>
        </pc:graphicFrameChg>
      </pc:sldChg>
    </pc:docChg>
  </pc:docChgLst>
  <pc:docChgLst>
    <pc:chgData name="Ines Wodarz" userId="S::woi45919@hs-regensburg.de::eea25bdb-c1ac-4bff-a043-0a6432052995" providerId="AD" clId="Web-{3A2E91F8-8185-68D6-6E93-84E653E1F8F6}"/>
    <pc:docChg chg="modSld">
      <pc:chgData name="Ines Wodarz" userId="S::woi45919@hs-regensburg.de::eea25bdb-c1ac-4bff-a043-0a6432052995" providerId="AD" clId="Web-{3A2E91F8-8185-68D6-6E93-84E653E1F8F6}" dt="2025-06-09T15:54:19.432" v="25" actId="20577"/>
      <pc:docMkLst>
        <pc:docMk/>
      </pc:docMkLst>
      <pc:sldChg chg="modSp">
        <pc:chgData name="Ines Wodarz" userId="S::woi45919@hs-regensburg.de::eea25bdb-c1ac-4bff-a043-0a6432052995" providerId="AD" clId="Web-{3A2E91F8-8185-68D6-6E93-84E653E1F8F6}" dt="2025-06-09T15:54:19.432" v="25" actId="20577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3A2E91F8-8185-68D6-6E93-84E653E1F8F6}" dt="2025-06-09T15:54:19.432" v="25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3A2E91F8-8185-68D6-6E93-84E653E1F8F6}" dt="2025-06-09T15:49:22.297" v="0" actId="1076"/>
          <ac:picMkLst>
            <pc:docMk/>
            <pc:sldMk cId="912317529" sldId="271"/>
            <ac:picMk id="6" creationId="{34125E26-0AC5-DCF8-3ADC-0DACFAA0500D}"/>
          </ac:picMkLst>
        </pc:picChg>
      </pc:sldChg>
    </pc:docChg>
  </pc:docChgLst>
  <pc:docChgLst>
    <pc:chgData name="PhamTuyetNgan Vo" userId="S::vop47519@hs-regensburg.de::6eafc975-32e2-4ed2-b112-6f0b1a0a725d" providerId="AD" clId="Web-{49D6BEFA-C570-AD65-3603-B8A28580D191}"/>
    <pc:docChg chg="addSld modSld sldOrd addMainMaster delMainMaster modSection">
      <pc:chgData name="PhamTuyetNgan Vo" userId="S::vop47519@hs-regensburg.de::6eafc975-32e2-4ed2-b112-6f0b1a0a725d" providerId="AD" clId="Web-{49D6BEFA-C570-AD65-3603-B8A28580D191}" dt="2025-06-08T20:29:35.336" v="282" actId="1076"/>
      <pc:docMkLst>
        <pc:docMk/>
      </pc:docMkLst>
      <pc:sldChg chg="modSp mod setBg modClrScheme chgLayout">
        <pc:chgData name="PhamTuyetNgan Vo" userId="S::vop47519@hs-regensburg.de::6eafc975-32e2-4ed2-b112-6f0b1a0a725d" providerId="AD" clId="Web-{49D6BEFA-C570-AD65-3603-B8A28580D191}" dt="2025-06-08T20:14:35.690" v="253"/>
        <pc:sldMkLst>
          <pc:docMk/>
          <pc:sldMk cId="0" sldId="256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0" sldId="256"/>
            <ac:spMk id="3" creationId="{92CABE9E-7CFB-5887-7AA5-7A8E21AF157F}"/>
          </ac:spMkLst>
        </pc:spChg>
      </pc:sldChg>
      <pc:sldChg chg="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0" sldId="257"/>
        </pc:sldMkLst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4:48.722" v="254"/>
        <pc:sldMkLst>
          <pc:docMk/>
          <pc:sldMk cId="3839957984" sldId="258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839957984" sldId="258"/>
            <ac:spMk id="2" creationId="{51BFD748-CB37-49A0-C7D6-85B27C6EC92B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20:11:59.294" v="248" actId="14100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56:34.745" v="231" actId="14100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56:39.057" v="233" actId="14100"/>
          <ac:picMkLst>
            <pc:docMk/>
            <pc:sldMk cId="3839957984" sldId="258"/>
            <ac:picMk id="14" creationId="{B9A007F2-6131-DCB6-2E6D-196A9C68E13A}"/>
          </ac:picMkLst>
        </pc:picChg>
      </pc:sldChg>
      <pc:sldChg chg="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1115697934" sldId="259"/>
        </pc:sldMkLst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7:00.820" v="265" actId="14100"/>
        <pc:sldMkLst>
          <pc:docMk/>
          <pc:sldMk cId="3830050188" sldId="260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830050188" sldId="260"/>
            <ac:spMk id="2" creationId="{DA51088B-6FAA-E96D-88DC-D52BA33135D1}"/>
          </ac:spMkLst>
        </pc:spChg>
        <pc:spChg chg="mod">
          <ac:chgData name="PhamTuyetNgan Vo" userId="S::vop47519@hs-regensburg.de::6eafc975-32e2-4ed2-b112-6f0b1a0a725d" providerId="AD" clId="Web-{49D6BEFA-C570-AD65-3603-B8A28580D191}" dt="2025-06-08T17:51:01.533" v="3" actId="1076"/>
          <ac:spMkLst>
            <pc:docMk/>
            <pc:sldMk cId="3830050188" sldId="260"/>
            <ac:spMk id="8" creationId="{C65BBDCF-FCE0-6C5A-993C-5E6CD07A64E5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20:15:23.098" v="256" actId="14100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5:28.207" v="257" actId="14100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7:00.820" v="265" actId="14100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5:58.146" v="262" actId="14100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3447179358" sldId="261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47179358" sldId="261"/>
            <ac:spMk id="2" creationId="{3357321C-E625-FA1B-71F5-50D77A7654D1}"/>
          </ac:spMkLst>
        </pc:sp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2323146913" sldId="262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2323146913" sldId="262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3240572229" sldId="264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240572229" sldId="264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3240572229" sldId="264"/>
            <ac:graphicFrameMk id="5" creationId="{8D4E8436-791E-8418-9CD6-50C1904EBAE2}"/>
          </ac:graphicFrameMkLst>
        </pc:graphicFrameChg>
      </pc:sldChg>
      <pc:sldChg chg="modSp mod ord modClrScheme chgLayout">
        <pc:chgData name="PhamTuyetNgan Vo" userId="S::vop47519@hs-regensburg.de::6eafc975-32e2-4ed2-b112-6f0b1a0a725d" providerId="AD" clId="Web-{49D6BEFA-C570-AD65-3603-B8A28580D191}" dt="2025-06-08T20:08:36.958" v="239"/>
        <pc:sldMkLst>
          <pc:docMk/>
          <pc:sldMk cId="301464842" sldId="265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2" creationId="{8A46774F-2C56-A4F1-997C-023DB8362344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3" creationId="{102795B0-91C1-86C5-1D8A-7B5ED85B8FC8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4" creationId="{C9CEC89B-B762-C9F5-99C2-315246B31034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5" creationId="{4CC5F5D7-2E12-2E3B-038E-5A2E080ED5F4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6" creationId="{B603CDF7-806F-0DC3-4F40-82EECB1A08E1}"/>
          </ac:spMkLst>
        </pc:sp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4040134969" sldId="266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2" creationId="{BAECD24A-C0D8-7BA9-BFBC-7A951F28B34E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3" creationId="{A0C2565E-BABA-413D-EC41-E2E1AE6F148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4" creationId="{AA683019-8E47-B645-1BA4-F1586ABE1A86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5" creationId="{A9795960-0F8A-B59F-2132-3FA63D37209B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6" creationId="{F8A2216B-90A2-B9C6-0196-304EF6AA5183}"/>
          </ac:spMkLst>
        </pc:sp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800126668" sldId="267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800126668" sldId="267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800126668" sldId="267"/>
            <ac:graphicFrameMk id="17" creationId="{0849B400-3F90-97A7-AB3E-ACCF3415A452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180089971" sldId="269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80089971" sldId="269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modSp mod ord setBg modClrScheme chgLayout">
        <pc:chgData name="PhamTuyetNgan Vo" userId="S::vop47519@hs-regensburg.de::6eafc975-32e2-4ed2-b112-6f0b1a0a725d" providerId="AD" clId="Web-{49D6BEFA-C570-AD65-3603-B8A28580D191}" dt="2025-06-08T20:15:04.253" v="255"/>
        <pc:sldMkLst>
          <pc:docMk/>
          <pc:sldMk cId="912317529" sldId="271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912317529" sldId="271"/>
            <ac:spMk id="2" creationId="{00000000-0000-0000-0000-000000000000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18:30:25.891" v="215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30:05.531" v="214" actId="1076"/>
          <ac:picMkLst>
            <pc:docMk/>
            <pc:sldMk cId="912317529" sldId="271"/>
            <ac:picMk id="5" creationId="{54E14C46-C1B6-1E55-B7F4-C2B4F297BBB1}"/>
          </ac:picMkLst>
        </pc:picChg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8:38.073" v="274"/>
        <pc:sldMkLst>
          <pc:docMk/>
          <pc:sldMk cId="1543563854" sldId="272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43563854" sldId="272"/>
            <ac:spMk id="2" creationId="{00000000-0000-0000-0000-000000000000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20:18:13.807" v="270" actId="1076"/>
          <ac:picMkLst>
            <pc:docMk/>
            <pc:sldMk cId="1543563854" sldId="272"/>
            <ac:picMk id="7" creationId="{373F4D22-BD47-633E-762D-FD8CD018222C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8:22.760" v="273" actId="1076"/>
          <ac:picMkLst>
            <pc:docMk/>
            <pc:sldMk cId="1543563854" sldId="272"/>
            <ac:picMk id="9" creationId="{11225D1A-A5DA-D480-9E47-D28CC7D269BA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34:48.760" v="220" actId="14100"/>
          <ac:picMkLst>
            <pc:docMk/>
            <pc:sldMk cId="1543563854" sldId="272"/>
            <ac:picMk id="10" creationId="{079E3A40-DAD4-6880-1A0B-0D14599287C7}"/>
          </ac:picMkLst>
        </pc:picChg>
      </pc:sldChg>
      <pc:sldChg chg="addSp delSp modSp new mod setBg modClrScheme chgLayout">
        <pc:chgData name="PhamTuyetNgan Vo" userId="S::vop47519@hs-regensburg.de::6eafc975-32e2-4ed2-b112-6f0b1a0a725d" providerId="AD" clId="Web-{49D6BEFA-C570-AD65-3603-B8A28580D191}" dt="2025-06-08T20:17:31.493" v="266"/>
        <pc:sldMkLst>
          <pc:docMk/>
          <pc:sldMk cId="662180798" sldId="273"/>
        </pc:sldMkLst>
        <pc:spChg chg="del mod ord">
          <ac:chgData name="PhamTuyetNgan Vo" userId="S::vop47519@hs-regensburg.de::6eafc975-32e2-4ed2-b112-6f0b1a0a725d" providerId="AD" clId="Web-{49D6BEFA-C570-AD65-3603-B8A28580D191}" dt="2025-06-08T18:00:46.689" v="105"/>
          <ac:spMkLst>
            <pc:docMk/>
            <pc:sldMk cId="662180798" sldId="273"/>
            <ac:spMk id="2" creationId="{75FDF574-7A5B-287B-EA40-A797CD6412AD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662180798" sldId="273"/>
            <ac:spMk id="3" creationId="{C60A6208-997B-A9E3-F479-0FEA89195E6F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662180798" sldId="273"/>
            <ac:spMk id="4" creationId="{305513C5-BC25-6594-F9CC-834853BD83CB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662180798" sldId="273"/>
            <ac:spMk id="5" creationId="{F69A6E1A-C8B5-21F9-5C6F-A4BDA2ACDBFF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7:51:30.940" v="8" actId="1076"/>
          <ac:spMkLst>
            <pc:docMk/>
            <pc:sldMk cId="662180798" sldId="273"/>
            <ac:spMk id="6" creationId="{50682738-4364-9465-7CD7-7D17A8A77D27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7:59:36.828" v="101" actId="1076"/>
          <ac:spMkLst>
            <pc:docMk/>
            <pc:sldMk cId="662180798" sldId="273"/>
            <ac:spMk id="7" creationId="{3B44C71C-3051-D6FD-2CA0-DF64B1B00C49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7:59:39.625" v="102" actId="1076"/>
          <ac:spMkLst>
            <pc:docMk/>
            <pc:sldMk cId="662180798" sldId="273"/>
            <ac:spMk id="12" creationId="{24E21293-062D-E60E-4215-160A22FD8582}"/>
          </ac:spMkLst>
        </pc:spChg>
        <pc:spChg chg="add del mod">
          <ac:chgData name="PhamTuyetNgan Vo" userId="S::vop47519@hs-regensburg.de::6eafc975-32e2-4ed2-b112-6f0b1a0a725d" providerId="AD" clId="Web-{49D6BEFA-C570-AD65-3603-B8A28580D191}" dt="2025-06-08T18:00:56.705" v="107"/>
          <ac:spMkLst>
            <pc:docMk/>
            <pc:sldMk cId="662180798" sldId="273"/>
            <ac:spMk id="14" creationId="{1A55017B-79C5-4416-DB5B-2C493DDE31CE}"/>
          </ac:spMkLst>
        </pc:spChg>
        <pc:spChg chg="add del">
          <ac:chgData name="PhamTuyetNgan Vo" userId="S::vop47519@hs-regensburg.de::6eafc975-32e2-4ed2-b112-6f0b1a0a725d" providerId="AD" clId="Web-{49D6BEFA-C570-AD65-3603-B8A28580D191}" dt="2025-06-08T18:01:17.236" v="109"/>
          <ac:spMkLst>
            <pc:docMk/>
            <pc:sldMk cId="662180798" sldId="273"/>
            <ac:spMk id="15" creationId="{C68C4D70-6053-EC8C-0AA3-F930726887CD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8:57:41.466" v="235" actId="20577"/>
          <ac:spMkLst>
            <pc:docMk/>
            <pc:sldMk cId="662180798" sldId="273"/>
            <ac:spMk id="16" creationId="{2890B26F-5E00-BDEC-9444-771189009072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8:02:35.848" v="150" actId="1076"/>
          <ac:spMkLst>
            <pc:docMk/>
            <pc:sldMk cId="662180798" sldId="273"/>
            <ac:spMk id="17" creationId="{4F25EB9C-B1F7-69BF-9736-89A13CFB397B}"/>
          </ac:spMkLst>
        </pc:spChg>
        <pc:picChg chg="add del mod">
          <ac:chgData name="PhamTuyetNgan Vo" userId="S::vop47519@hs-regensburg.de::6eafc975-32e2-4ed2-b112-6f0b1a0a725d" providerId="AD" clId="Web-{49D6BEFA-C570-AD65-3603-B8A28580D191}" dt="2025-06-08T17:55:33.806" v="43"/>
          <ac:picMkLst>
            <pc:docMk/>
            <pc:sldMk cId="662180798" sldId="273"/>
            <ac:picMk id="8" creationId="{197C185F-7007-269D-16F8-D6C5FF1E067A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8:57:45.153" v="236" actId="1076"/>
          <ac:picMkLst>
            <pc:docMk/>
            <pc:sldMk cId="662180798" sldId="273"/>
            <ac:picMk id="9" creationId="{1B8E1A7E-C16C-CA83-3619-E4895EF164ED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8:57:50.997" v="237" actId="1076"/>
          <ac:picMkLst>
            <pc:docMk/>
            <pc:sldMk cId="662180798" sldId="273"/>
            <ac:picMk id="10" creationId="{B87E7120-30BA-8D9E-E9B9-ACE97A7CE4C5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7:58:59.014" v="94" actId="14100"/>
          <ac:picMkLst>
            <pc:docMk/>
            <pc:sldMk cId="662180798" sldId="273"/>
            <ac:picMk id="11" creationId="{351C5D28-8398-604C-A219-C12E3DBD8357}"/>
          </ac:picMkLst>
        </pc:picChg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9:06.668" v="275"/>
        <pc:sldMkLst>
          <pc:docMk/>
          <pc:sldMk cId="176158537" sldId="274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76158537" sldId="274"/>
            <ac:spMk id="3" creationId="{ED920D1D-0890-8D17-9C82-8F39FB04C9F6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76158537" sldId="274"/>
            <ac:spMk id="4" creationId="{4160A959-20BE-DBA5-3A00-A5E4FFC7B7F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76158537" sldId="274"/>
            <ac:spMk id="5" creationId="{41639EC0-F956-0A90-39C0-4BF2AE5D97A9}"/>
          </ac:spMkLst>
        </pc:spChg>
        <pc:graphicFrameChg chg="mod">
          <ac:chgData name="PhamTuyetNgan Vo" userId="S::vop47519@hs-regensburg.de::6eafc975-32e2-4ed2-b112-6f0b1a0a725d" providerId="AD" clId="Web-{49D6BEFA-C570-AD65-3603-B8A28580D191}" dt="2025-06-08T18:54:11.943" v="222" actId="1076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mod">
          <ac:chgData name="PhamTuyetNgan Vo" userId="S::vop47519@hs-regensburg.de::6eafc975-32e2-4ed2-b112-6f0b1a0a725d" providerId="AD" clId="Web-{49D6BEFA-C570-AD65-3603-B8A28580D191}" dt="2025-06-08T18:54:06.396" v="221" actId="1076"/>
          <ac:picMkLst>
            <pc:docMk/>
            <pc:sldMk cId="176158537" sldId="274"/>
            <ac:picMk id="11" creationId="{8947571C-DDC9-0011-CF83-4FAF1850AAF0}"/>
          </ac:picMkLst>
        </pc:picChg>
      </pc:sldChg>
      <pc:sldChg chg="modSp mod ord modClrScheme chgLayout">
        <pc:chgData name="PhamTuyetNgan Vo" userId="S::vop47519@hs-regensburg.de::6eafc975-32e2-4ed2-b112-6f0b1a0a725d" providerId="AD" clId="Web-{49D6BEFA-C570-AD65-3603-B8A28580D191}" dt="2025-06-08T20:29:35.336" v="282" actId="1076"/>
        <pc:sldMkLst>
          <pc:docMk/>
          <pc:sldMk cId="349166377" sldId="275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9166377" sldId="275"/>
            <ac:spMk id="3" creationId="{FD35BF7F-B8F6-58EA-F782-C72DE4169ED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9166377" sldId="275"/>
            <ac:spMk id="4" creationId="{86C439B5-B3F4-6D0A-8DFF-BF2C06728AF0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9166377" sldId="275"/>
            <ac:spMk id="5" creationId="{9D6D07CE-177C-BBD1-616F-DA7B47111977}"/>
          </ac:spMkLst>
        </pc:spChg>
        <pc:spChg chg="mod">
          <ac:chgData name="PhamTuyetNgan Vo" userId="S::vop47519@hs-regensburg.de::6eafc975-32e2-4ed2-b112-6f0b1a0a725d" providerId="AD" clId="Web-{49D6BEFA-C570-AD65-3603-B8A28580D191}" dt="2025-06-08T20:29:35.336" v="282" actId="1076"/>
          <ac:spMkLst>
            <pc:docMk/>
            <pc:sldMk cId="349166377" sldId="275"/>
            <ac:spMk id="7" creationId="{57BBA451-3B7A-540E-9C92-9355CB6AED8E}"/>
          </ac:spMkLst>
        </pc:spChg>
      </pc:sldChg>
      <pc:sldChg chg="addSp delSp modSp new mod setBg modClrScheme chgLayout">
        <pc:chgData name="PhamTuyetNgan Vo" userId="S::vop47519@hs-regensburg.de::6eafc975-32e2-4ed2-b112-6f0b1a0a725d" providerId="AD" clId="Web-{49D6BEFA-C570-AD65-3603-B8A28580D191}" dt="2025-06-08T20:18:02.697" v="269"/>
        <pc:sldMkLst>
          <pc:docMk/>
          <pc:sldMk cId="1526260408" sldId="276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2" creationId="{F662A654-F8FD-2425-1EC5-FCDFEEF5C84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3" creationId="{586A5222-0842-80AF-E3AE-163604759252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4" creationId="{E7368B82-8D8D-4F45-F139-9AA77CF46D17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5" creationId="{FF6D412A-8372-2F98-F179-C3EB57FAA207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8:04:30.194" v="198" actId="1076"/>
          <ac:spMkLst>
            <pc:docMk/>
            <pc:sldMk cId="1526260408" sldId="276"/>
            <ac:spMk id="6" creationId="{5DE95785-2633-A67A-B924-294C36393E43}"/>
          </ac:spMkLst>
        </pc:spChg>
        <pc:spChg chg="add del mod">
          <ac:chgData name="PhamTuyetNgan Vo" userId="S::vop47519@hs-regensburg.de::6eafc975-32e2-4ed2-b112-6f0b1a0a725d" providerId="AD" clId="Web-{49D6BEFA-C570-AD65-3603-B8A28580D191}" dt="2025-06-08T18:04:44.023" v="202"/>
          <ac:spMkLst>
            <pc:docMk/>
            <pc:sldMk cId="1526260408" sldId="276"/>
            <ac:spMk id="7" creationId="{74251E1A-95FD-B2A0-15BB-37CC18FC066E}"/>
          </ac:spMkLst>
        </pc:spChg>
        <pc:picChg chg="add mod">
          <ac:chgData name="PhamTuyetNgan Vo" userId="S::vop47519@hs-regensburg.de::6eafc975-32e2-4ed2-b112-6f0b1a0a725d" providerId="AD" clId="Web-{49D6BEFA-C570-AD65-3603-B8A28580D191}" dt="2025-06-08T18:06:54.705" v="210" actId="14100"/>
          <ac:picMkLst>
            <pc:docMk/>
            <pc:sldMk cId="1526260408" sldId="276"/>
            <ac:picMk id="8" creationId="{730239BB-836E-C1CF-4667-58DE6B0342F8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8:06:47.673" v="209" actId="1076"/>
          <ac:picMkLst>
            <pc:docMk/>
            <pc:sldMk cId="1526260408" sldId="276"/>
            <ac:picMk id="9" creationId="{8311E915-7852-A9CB-9EC7-3E6101ADCDEE}"/>
          </ac:picMkLst>
        </pc:picChg>
      </pc:sldChg>
      <pc:sldMasterChg chg="del delSldLayout">
        <pc:chgData name="PhamTuyetNgan Vo" userId="S::vop47519@hs-regensburg.de::6eafc975-32e2-4ed2-b112-6f0b1a0a725d" providerId="AD" clId="Web-{49D6BEFA-C570-AD65-3603-B8A28580D191}" dt="2025-06-08T17:53:09.552" v="17"/>
        <pc:sldMasterMkLst>
          <pc:docMk/>
          <pc:sldMasterMk cId="1748724563" sldId="2147483720"/>
        </pc:sldMasterMkLst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4085331365" sldId="2147483721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4156473543" sldId="2147483722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4122572811" sldId="2147483723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282409663" sldId="2147483724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77735991" sldId="2147483725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3633096481" sldId="2147483726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1291062909" sldId="2147483727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2191985082" sldId="2147483728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957447727" sldId="2147483729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700719709" sldId="2147483730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2840614662" sldId="2147483731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7:53:19.834" v="19"/>
        <pc:sldMasterMkLst>
          <pc:docMk/>
          <pc:sldMasterMk cId="199575039" sldId="2147483732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713235501" sldId="214748373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2222664180" sldId="214748373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3634328118" sldId="214748373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2781814586" sldId="214748373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3857707117" sldId="214748373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360312664" sldId="214748373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466460919" sldId="214748373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4238945057" sldId="214748374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949401333" sldId="214748374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734232485" sldId="214748374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2138075668" sldId="2147483743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7:53:25.631" v="20"/>
        <pc:sldMasterMkLst>
          <pc:docMk/>
          <pc:sldMasterMk cId="65187817" sldId="2147483744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4148391344" sldId="214748374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3444739129" sldId="214748374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62126079" sldId="214748374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1619476776" sldId="214748374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75269393" sldId="214748374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537952512" sldId="214748375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4217321467" sldId="214748375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519150077" sldId="214748375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1005707099" sldId="214748375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457653551" sldId="214748375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1161799316" sldId="2147483755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4:21.130" v="223"/>
        <pc:sldMasterMkLst>
          <pc:docMk/>
          <pc:sldMasterMk cId="2525362463" sldId="2147483756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241057942" sldId="214748375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1635201636" sldId="214748375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852643375" sldId="214748375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3985278934" sldId="214748376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328748260" sldId="214748376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070146906" sldId="214748376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310240113" sldId="214748376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4112602319" sldId="214748376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7353673" sldId="214748376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139140611" sldId="214748376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214687615" sldId="2147483767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01.882" v="224"/>
        <pc:sldMasterMkLst>
          <pc:docMk/>
          <pc:sldMasterMk cId="2505437563" sldId="2147483768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3324278812" sldId="214748376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658863139" sldId="214748377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4275425186" sldId="214748377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710741434" sldId="214748377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3095741227" sldId="214748377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3446917311" sldId="214748377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1742068779" sldId="214748377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965332176" sldId="214748377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719428812" sldId="214748377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420314560" sldId="214748377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427877943" sldId="2147483779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17.304" v="225"/>
        <pc:sldMasterMkLst>
          <pc:docMk/>
          <pc:sldMasterMk cId="3415305" sldId="2147483780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3545816778" sldId="214748378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2855824430" sldId="214748378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823516026" sldId="214748378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532355916" sldId="214748378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2050742598" sldId="214748378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798740266" sldId="214748378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2112509262" sldId="214748378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751949375" sldId="214748378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723823160" sldId="214748378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097697900" sldId="214748379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3843538822" sldId="2147483791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20.758" v="226"/>
        <pc:sldMasterMkLst>
          <pc:docMk/>
          <pc:sldMasterMk cId="2360301940" sldId="2147483792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1143579083" sldId="214748379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618245460" sldId="214748379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454611763" sldId="214748379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1854512833" sldId="214748379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049567994" sldId="214748379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2295949852" sldId="214748379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576377720" sldId="214748379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100232927" sldId="214748380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778316490" sldId="214748380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863486199" sldId="214748380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1406061575" sldId="2147483803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25.711" v="227"/>
        <pc:sldMasterMkLst>
          <pc:docMk/>
          <pc:sldMasterMk cId="3856474916" sldId="2147483804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364292694" sldId="214748380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186870865" sldId="214748380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1649502398" sldId="214748380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175598847" sldId="214748380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2735014585" sldId="214748380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643594865" sldId="214748381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20221511" sldId="214748381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623701255" sldId="214748381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2034444556" sldId="214748381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220950320" sldId="214748381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4220451296" sldId="2147483815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28.367" v="228"/>
        <pc:sldMasterMkLst>
          <pc:docMk/>
          <pc:sldMasterMk cId="1857538615" sldId="2147483816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532057515" sldId="214748381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757053705" sldId="214748381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1205618352" sldId="214748381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1143656715" sldId="214748382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2128073950" sldId="214748382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4266360428" sldId="214748382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603026477" sldId="214748382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754587069" sldId="214748382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1048026525" sldId="214748382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482917451" sldId="214748382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4151678353" sldId="2147483827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46.883" v="229"/>
        <pc:sldMasterMkLst>
          <pc:docMk/>
          <pc:sldMasterMk cId="3810335334" sldId="2147483828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342288975" sldId="214748382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881676282" sldId="214748383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656469375" sldId="214748383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642124788" sldId="214748383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277866194" sldId="214748383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1765628959" sldId="214748383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277748942" sldId="214748383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413719628" sldId="214748383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1020458383" sldId="214748383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1062585350" sldId="214748383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008654496" sldId="2147483839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50.430" v="230"/>
        <pc:sldMasterMkLst>
          <pc:docMk/>
          <pc:sldMasterMk cId="3280395545" sldId="2147483840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4176299567" sldId="214748384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2815764234" sldId="214748384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813760009" sldId="214748384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36590191" sldId="214748384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1084370696" sldId="214748384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2247884541" sldId="214748384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2987240637" sldId="214748384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4049688055" sldId="214748384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987469973" sldId="214748384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4124079303" sldId="214748385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831691984" sldId="2147483851"/>
          </pc:sldLayoutMkLst>
        </pc:sldLayoutChg>
      </pc:sldMasterChg>
      <pc:sldMasterChg chg="add addSldLayout modSldLayout">
        <pc:chgData name="PhamTuyetNgan Vo" userId="S::vop47519@hs-regensburg.de::6eafc975-32e2-4ed2-b112-6f0b1a0a725d" providerId="AD" clId="Web-{49D6BEFA-C570-AD65-3603-B8A28580D191}" dt="2025-06-08T18:55:50.430" v="230"/>
        <pc:sldMasterMkLst>
          <pc:docMk/>
          <pc:sldMasterMk cId="1519558528" sldId="2147483852"/>
        </pc:sldMasterMkLst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66892931" sldId="2147483853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749941026" sldId="2147483854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942033719" sldId="2147483855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124224629" sldId="2147483856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211403335" sldId="2147483857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2109206147" sldId="2147483858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402028572" sldId="2147483859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767348940" sldId="2147483860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4042912870" sldId="2147483861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2459611323" sldId="2147483862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11972624" sldId="2147483863"/>
          </pc:sldLayoutMkLst>
        </pc:sldLayoutChg>
      </pc:sldMasterChg>
    </pc:docChg>
  </pc:docChgLst>
  <pc:docChgLst>
    <pc:chgData name="Max Hubauer" userId="S::hum42185@hs-regensburg.de::4aa4017d-c21c-4067-a375-0aad29452a1b" providerId="AD" clId="Web-{46C7E627-924A-4293-11EB-9BE9188A5241}"/>
    <pc:docChg chg="addSld delSld modSld sldOrd modSection">
      <pc:chgData name="Max Hubauer" userId="S::hum42185@hs-regensburg.de::4aa4017d-c21c-4067-a375-0aad29452a1b" providerId="AD" clId="Web-{46C7E627-924A-4293-11EB-9BE9188A5241}" dt="2025-06-10T13:12:35.496" v="2454" actId="20577"/>
      <pc:docMkLst>
        <pc:docMk/>
      </pc:docMkLst>
      <pc:sldChg chg="modSp">
        <pc:chgData name="Max Hubauer" userId="S::hum42185@hs-regensburg.de::4aa4017d-c21c-4067-a375-0aad29452a1b" providerId="AD" clId="Web-{46C7E627-924A-4293-11EB-9BE9188A5241}" dt="2025-06-10T11:32:27.088" v="16" actId="20577"/>
        <pc:sldMkLst>
          <pc:docMk/>
          <pc:sldMk cId="3839957984" sldId="258"/>
        </pc:sldMkLst>
        <pc:spChg chg="mod">
          <ac:chgData name="Max Hubauer" userId="S::hum42185@hs-regensburg.de::4aa4017d-c21c-4067-a375-0aad29452a1b" providerId="AD" clId="Web-{46C7E627-924A-4293-11EB-9BE9188A5241}" dt="2025-06-10T11:31:59.447" v="3" actId="20577"/>
          <ac:spMkLst>
            <pc:docMk/>
            <pc:sldMk cId="3839957984" sldId="258"/>
            <ac:spMk id="3" creationId="{521D5070-84E7-4DC6-1D87-9F484C1451A4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27.088" v="16" actId="20577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05.088" v="6" actId="20577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21.838" v="12" actId="20577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13.572" v="10" actId="20577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24.745" v="14" actId="20577"/>
          <ac:spMkLst>
            <pc:docMk/>
            <pc:sldMk cId="3839957984" sldId="258"/>
            <ac:spMk id="17" creationId="{189A6025-DF73-3ACF-23D7-CCF37540E910}"/>
          </ac:spMkLst>
        </pc:spChg>
      </pc:sldChg>
      <pc:sldChg chg="ord">
        <pc:chgData name="Max Hubauer" userId="S::hum42185@hs-regensburg.de::4aa4017d-c21c-4067-a375-0aad29452a1b" providerId="AD" clId="Web-{46C7E627-924A-4293-11EB-9BE9188A5241}" dt="2025-06-10T11:33:36.918" v="23"/>
        <pc:sldMkLst>
          <pc:docMk/>
          <pc:sldMk cId="1115697934" sldId="259"/>
        </pc:sldMkLst>
      </pc:sldChg>
      <pc:sldChg chg="addSp delSp modSp">
        <pc:chgData name="Max Hubauer" userId="S::hum42185@hs-regensburg.de::4aa4017d-c21c-4067-a375-0aad29452a1b" providerId="AD" clId="Web-{46C7E627-924A-4293-11EB-9BE9188A5241}" dt="2025-06-10T11:33:33.637" v="22"/>
        <pc:sldMkLst>
          <pc:docMk/>
          <pc:sldMk cId="3447179358" sldId="261"/>
        </pc:sldMkLst>
        <pc:spChg chg="add del mod">
          <ac:chgData name="Max Hubauer" userId="S::hum42185@hs-regensburg.de::4aa4017d-c21c-4067-a375-0aad29452a1b" providerId="AD" clId="Web-{46C7E627-924A-4293-11EB-9BE9188A5241}" dt="2025-06-10T11:33:33.637" v="22"/>
          <ac:spMkLst>
            <pc:docMk/>
            <pc:sldMk cId="3447179358" sldId="261"/>
            <ac:spMk id="4" creationId="{F7BDED00-3CCB-7A10-A0E2-2B311863C750}"/>
          </ac:spMkLst>
        </pc:spChg>
      </pc:sldChg>
      <pc:sldChg chg="modSp">
        <pc:chgData name="Max Hubauer" userId="S::hum42185@hs-regensburg.de::4aa4017d-c21c-4067-a375-0aad29452a1b" providerId="AD" clId="Web-{46C7E627-924A-4293-11EB-9BE9188A5241}" dt="2025-06-10T11:32:53.026" v="18" actId="20577"/>
        <pc:sldMkLst>
          <pc:docMk/>
          <pc:sldMk cId="739728293" sldId="277"/>
        </pc:sldMkLst>
        <pc:spChg chg="mod">
          <ac:chgData name="Max Hubauer" userId="S::hum42185@hs-regensburg.de::4aa4017d-c21c-4067-a375-0aad29452a1b" providerId="AD" clId="Web-{46C7E627-924A-4293-11EB-9BE9188A5241}" dt="2025-06-10T11:32:53.026" v="18" actId="20577"/>
          <ac:spMkLst>
            <pc:docMk/>
            <pc:sldMk cId="739728293" sldId="277"/>
            <ac:spMk id="7" creationId="{7D97D492-A22A-28EF-828F-658442134565}"/>
          </ac:spMkLst>
        </pc:spChg>
      </pc:sldChg>
      <pc:sldChg chg="addSp delSp modSp new mod ord setBg modClrScheme chgLayout">
        <pc:chgData name="Max Hubauer" userId="S::hum42185@hs-regensburg.de::4aa4017d-c21c-4067-a375-0aad29452a1b" providerId="AD" clId="Web-{46C7E627-924A-4293-11EB-9BE9188A5241}" dt="2025-06-10T12:47:36.652" v="1315"/>
        <pc:sldMkLst>
          <pc:docMk/>
          <pc:sldMk cId="1154625045" sldId="281"/>
        </pc:sldMkLst>
        <pc:spChg chg="del mod ord">
          <ac:chgData name="Max Hubauer" userId="S::hum42185@hs-regensburg.de::4aa4017d-c21c-4067-a375-0aad29452a1b" providerId="AD" clId="Web-{46C7E627-924A-4293-11EB-9BE9188A5241}" dt="2025-06-10T11:33:57.747" v="27"/>
          <ac:spMkLst>
            <pc:docMk/>
            <pc:sldMk cId="1154625045" sldId="281"/>
            <ac:spMk id="2" creationId="{B09DEA48-0037-9B51-5BB5-8D494C551838}"/>
          </ac:spMkLst>
        </pc:spChg>
        <pc:spChg chg="del mod ord">
          <ac:chgData name="Max Hubauer" userId="S::hum42185@hs-regensburg.de::4aa4017d-c21c-4067-a375-0aad29452a1b" providerId="AD" clId="Web-{46C7E627-924A-4293-11EB-9BE9188A5241}" dt="2025-06-10T11:33:57.747" v="27"/>
          <ac:spMkLst>
            <pc:docMk/>
            <pc:sldMk cId="1154625045" sldId="281"/>
            <ac:spMk id="3" creationId="{E941CF1C-2BF5-2BE4-7C0D-9BC15CA6C9D0}"/>
          </ac:spMkLst>
        </pc:spChg>
        <pc:spChg chg="mod ord">
          <ac:chgData name="Max Hubauer" userId="S::hum42185@hs-regensburg.de::4aa4017d-c21c-4067-a375-0aad29452a1b" providerId="AD" clId="Web-{46C7E627-924A-4293-11EB-9BE9188A5241}" dt="2025-06-10T11:34:04.481" v="28"/>
          <ac:spMkLst>
            <pc:docMk/>
            <pc:sldMk cId="1154625045" sldId="281"/>
            <ac:spMk id="4" creationId="{E090F707-E8D4-6582-0CF6-0A73D6597410}"/>
          </ac:spMkLst>
        </pc:spChg>
        <pc:spChg chg="mod ord">
          <ac:chgData name="Max Hubauer" userId="S::hum42185@hs-regensburg.de::4aa4017d-c21c-4067-a375-0aad29452a1b" providerId="AD" clId="Web-{46C7E627-924A-4293-11EB-9BE9188A5241}" dt="2025-06-10T12:31:47.241" v="953" actId="20577"/>
          <ac:spMkLst>
            <pc:docMk/>
            <pc:sldMk cId="1154625045" sldId="281"/>
            <ac:spMk id="5" creationId="{C91F7FFF-EF2B-3C51-810E-6A2639FCE921}"/>
          </ac:spMkLst>
        </pc:spChg>
        <pc:spChg chg="add mod">
          <ac:chgData name="Max Hubauer" userId="S::hum42185@hs-regensburg.de::4aa4017d-c21c-4067-a375-0aad29452a1b" providerId="AD" clId="Web-{46C7E627-924A-4293-11EB-9BE9188A5241}" dt="2025-06-10T12:05:53.599" v="568" actId="1076"/>
          <ac:spMkLst>
            <pc:docMk/>
            <pc:sldMk cId="1154625045" sldId="281"/>
            <ac:spMk id="7" creationId="{34E2A0D2-2194-07ED-069C-94F92934C211}"/>
          </ac:spMkLst>
        </pc:spChg>
        <pc:spChg chg="add mod">
          <ac:chgData name="Max Hubauer" userId="S::hum42185@hs-regensburg.de::4aa4017d-c21c-4067-a375-0aad29452a1b" providerId="AD" clId="Web-{46C7E627-924A-4293-11EB-9BE9188A5241}" dt="2025-06-10T11:37:32.751" v="85" actId="20577"/>
          <ac:spMkLst>
            <pc:docMk/>
            <pc:sldMk cId="1154625045" sldId="281"/>
            <ac:spMk id="8" creationId="{086A5959-1F06-B1CF-4B31-5C9679B49B45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2:05:53.568" v="567" actId="1076"/>
          <ac:spMkLst>
            <pc:docMk/>
            <pc:sldMk cId="1154625045" sldId="281"/>
            <ac:spMk id="10" creationId="{5E4122B2-B1E6-0B44-F986-76C584867E02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34:04.481" v="28"/>
          <ac:spMkLst>
            <pc:docMk/>
            <pc:sldMk cId="1154625045" sldId="281"/>
            <ac:spMk id="12" creationId="{8BF998F9-3A1F-E068-2E9F-C165F26319CC}"/>
          </ac:spMkLst>
        </pc:spChg>
        <pc:picChg chg="add del mod">
          <ac:chgData name="Max Hubauer" userId="S::hum42185@hs-regensburg.de::4aa4017d-c21c-4067-a375-0aad29452a1b" providerId="AD" clId="Web-{46C7E627-924A-4293-11EB-9BE9188A5241}" dt="2025-06-10T12:14:02.485" v="627"/>
          <ac:picMkLst>
            <pc:docMk/>
            <pc:sldMk cId="1154625045" sldId="281"/>
            <ac:picMk id="9" creationId="{AB3AE8B7-0442-4FFE-3F96-668B6EE59E09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4:01.469" v="626"/>
          <ac:picMkLst>
            <pc:docMk/>
            <pc:sldMk cId="1154625045" sldId="281"/>
            <ac:picMk id="11" creationId="{EC0AE8AE-C71B-651E-BCEB-3CB362CD4AF6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4:00.719" v="625"/>
          <ac:picMkLst>
            <pc:docMk/>
            <pc:sldMk cId="1154625045" sldId="281"/>
            <ac:picMk id="13" creationId="{20A0717B-3AAC-EE24-C8D6-EF1E49E65D60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08:34.993" v="582"/>
          <ac:picMkLst>
            <pc:docMk/>
            <pc:sldMk cId="1154625045" sldId="281"/>
            <ac:picMk id="14" creationId="{43C1B75F-101A-E38D-B1D8-49EEE6E44EF3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4"/>
          <ac:picMkLst>
            <pc:docMk/>
            <pc:sldMk cId="1154625045" sldId="281"/>
            <ac:picMk id="15" creationId="{635F9C7D-E0AB-F694-3538-8BAC82A260B9}"/>
          </ac:picMkLst>
        </pc:picChg>
        <pc:picChg chg="add del mod modCrop">
          <ac:chgData name="Max Hubauer" userId="S::hum42185@hs-regensburg.de::4aa4017d-c21c-4067-a375-0aad29452a1b" providerId="AD" clId="Web-{46C7E627-924A-4293-11EB-9BE9188A5241}" dt="2025-06-10T12:13:59.813" v="623"/>
          <ac:picMkLst>
            <pc:docMk/>
            <pc:sldMk cId="1154625045" sldId="281"/>
            <ac:picMk id="16" creationId="{0402E11E-4851-6DCD-DDBA-6C77F260D253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2:17.435" v="593"/>
          <ac:picMkLst>
            <pc:docMk/>
            <pc:sldMk cId="1154625045" sldId="281"/>
            <ac:picMk id="17" creationId="{F029D9E8-A8CE-2A71-7D8D-CDD6179ED02D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2:25.264" v="598"/>
          <ac:picMkLst>
            <pc:docMk/>
            <pc:sldMk cId="1154625045" sldId="281"/>
            <ac:picMk id="18" creationId="{D4B0C1BA-FC88-199A-FB76-D4741C95E285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2:25.998" v="599"/>
          <ac:picMkLst>
            <pc:docMk/>
            <pc:sldMk cId="1154625045" sldId="281"/>
            <ac:picMk id="19" creationId="{D3987E34-069D-B49D-EF73-4FF69C7A3199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2"/>
          <ac:picMkLst>
            <pc:docMk/>
            <pc:sldMk cId="1154625045" sldId="281"/>
            <ac:picMk id="20" creationId="{ADFBFC2E-2366-D188-1645-A5C12BE8EFC9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1"/>
          <ac:picMkLst>
            <pc:docMk/>
            <pc:sldMk cId="1154625045" sldId="281"/>
            <ac:picMk id="21" creationId="{E2AB7D48-DBCD-03B4-B6B8-C0E755F5A092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0"/>
          <ac:picMkLst>
            <pc:docMk/>
            <pc:sldMk cId="1154625045" sldId="281"/>
            <ac:picMk id="22" creationId="{020FC48D-CEC0-4154-2EEE-BFA5035CB568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19"/>
          <ac:picMkLst>
            <pc:docMk/>
            <pc:sldMk cId="1154625045" sldId="281"/>
            <ac:picMk id="23" creationId="{AE4B18A9-1C33-A0E6-AC83-C4E868C50C16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7:40.817" v="642"/>
          <ac:picMkLst>
            <pc:docMk/>
            <pc:sldMk cId="1154625045" sldId="281"/>
            <ac:picMk id="24" creationId="{F5942CF0-E6B8-A5B3-224F-43A08F3788AF}"/>
          </ac:picMkLst>
        </pc:picChg>
        <pc:picChg chg="add del mod modCrop">
          <ac:chgData name="Max Hubauer" userId="S::hum42185@hs-regensburg.de::4aa4017d-c21c-4067-a375-0aad29452a1b" providerId="AD" clId="Web-{46C7E627-924A-4293-11EB-9BE9188A5241}" dt="2025-06-10T12:45:41.478" v="1302"/>
          <ac:picMkLst>
            <pc:docMk/>
            <pc:sldMk cId="1154625045" sldId="281"/>
            <ac:picMk id="25" creationId="{CDD06F65-D867-F558-DD50-097BF49B975C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47:02.385" v="1310"/>
          <ac:picMkLst>
            <pc:docMk/>
            <pc:sldMk cId="1154625045" sldId="281"/>
            <ac:picMk id="26" creationId="{8692253A-032F-377D-1BFF-DD32F5C9EA93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47:36.652" v="1315"/>
          <ac:picMkLst>
            <pc:docMk/>
            <pc:sldMk cId="1154625045" sldId="281"/>
            <ac:picMk id="27" creationId="{B8D67CF6-841B-632B-7E5E-E28E7577E08E}"/>
          </ac:picMkLst>
        </pc:picChg>
      </pc:sldChg>
      <pc:sldChg chg="addSp delSp modSp new mod setBg modClrScheme chgLayout">
        <pc:chgData name="Max Hubauer" userId="S::hum42185@hs-regensburg.de::4aa4017d-c21c-4067-a375-0aad29452a1b" providerId="AD" clId="Web-{46C7E627-924A-4293-11EB-9BE9188A5241}" dt="2025-06-10T13:08:00.271" v="2159"/>
        <pc:sldMkLst>
          <pc:docMk/>
          <pc:sldMk cId="2633609137" sldId="282"/>
        </pc:sldMkLst>
        <pc:spChg chg="del mod">
          <ac:chgData name="Max Hubauer" userId="S::hum42185@hs-regensburg.de::4aa4017d-c21c-4067-a375-0aad29452a1b" providerId="AD" clId="Web-{46C7E627-924A-4293-11EB-9BE9188A5241}" dt="2025-06-10T11:38:53.456" v="94"/>
          <ac:spMkLst>
            <pc:docMk/>
            <pc:sldMk cId="2633609137" sldId="282"/>
            <ac:spMk id="2" creationId="{FDE8196D-485E-E8BC-A972-541C016CC193}"/>
          </ac:spMkLst>
        </pc:spChg>
        <pc:spChg chg="mod">
          <ac:chgData name="Max Hubauer" userId="S::hum42185@hs-regensburg.de::4aa4017d-c21c-4067-a375-0aad29452a1b" providerId="AD" clId="Web-{46C7E627-924A-4293-11EB-9BE9188A5241}" dt="2025-06-10T11:42:29.273" v="158"/>
          <ac:spMkLst>
            <pc:docMk/>
            <pc:sldMk cId="2633609137" sldId="282"/>
            <ac:spMk id="3" creationId="{257F4305-DBF0-7CC3-10A1-639D1FCAA75E}"/>
          </ac:spMkLst>
        </pc:spChg>
        <pc:spChg chg="mod">
          <ac:chgData name="Max Hubauer" userId="S::hum42185@hs-regensburg.de::4aa4017d-c21c-4067-a375-0aad29452a1b" providerId="AD" clId="Web-{46C7E627-924A-4293-11EB-9BE9188A5241}" dt="2025-06-10T12:31:42.929" v="952" actId="20577"/>
          <ac:spMkLst>
            <pc:docMk/>
            <pc:sldMk cId="2633609137" sldId="282"/>
            <ac:spMk id="4" creationId="{82F56987-09B9-48B8-9473-C61D3A7F9A68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38:57.878" v="95"/>
          <ac:spMkLst>
            <pc:docMk/>
            <pc:sldMk cId="2633609137" sldId="282"/>
            <ac:spMk id="6" creationId="{81FD6722-B0C2-B418-B42B-CEECBDE718AD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1:42:52.117" v="167" actId="1076"/>
          <ac:spMkLst>
            <pc:docMk/>
            <pc:sldMk cId="2633609137" sldId="282"/>
            <ac:spMk id="7" creationId="{63D5CE9B-64C9-0A0A-6ACF-368101DCA87B}"/>
          </ac:spMkLst>
        </pc:spChg>
        <pc:spChg chg="add mod">
          <ac:chgData name="Max Hubauer" userId="S::hum42185@hs-regensburg.de::4aa4017d-c21c-4067-a375-0aad29452a1b" providerId="AD" clId="Web-{46C7E627-924A-4293-11EB-9BE9188A5241}" dt="2025-06-10T11:56:21.306" v="527" actId="14100"/>
          <ac:spMkLst>
            <pc:docMk/>
            <pc:sldMk cId="2633609137" sldId="282"/>
            <ac:spMk id="8" creationId="{288E7047-8ECC-7A6C-EDA4-825DBCEC134D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07:24.474" v="2156"/>
          <ac:spMkLst>
            <pc:docMk/>
            <pc:sldMk cId="2633609137" sldId="282"/>
            <ac:spMk id="9" creationId="{BB7BADFE-1AD3-C130-4294-B1C7D03BA8A2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08:00.271" v="2159"/>
          <ac:spMkLst>
            <pc:docMk/>
            <pc:sldMk cId="2633609137" sldId="282"/>
            <ac:spMk id="10" creationId="{93AFDD56-764D-10FD-DC56-085A3B315522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42:29.273" v="158"/>
          <ac:spMkLst>
            <pc:docMk/>
            <pc:sldMk cId="2633609137" sldId="282"/>
            <ac:spMk id="12" creationId="{EA26BBB3-42C0-98C0-4807-2D99D68BCC48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42:29.273" v="158"/>
          <ac:spMkLst>
            <pc:docMk/>
            <pc:sldMk cId="2633609137" sldId="282"/>
            <ac:spMk id="14" creationId="{2637FF21-06C3-27A2-E680-F68E8C5838B5}"/>
          </ac:spMkLst>
        </pc:spChg>
        <pc:picChg chg="add mod">
          <ac:chgData name="Max Hubauer" userId="S::hum42185@hs-regensburg.de::4aa4017d-c21c-4067-a375-0aad29452a1b" providerId="AD" clId="Web-{46C7E627-924A-4293-11EB-9BE9188A5241}" dt="2025-06-10T11:57:52.308" v="552" actId="1076"/>
          <ac:picMkLst>
            <pc:docMk/>
            <pc:sldMk cId="2633609137" sldId="282"/>
            <ac:picMk id="11" creationId="{59DE288E-404F-3A36-4E10-51D30CD5385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1:57:53.808" v="553" actId="1076"/>
          <ac:picMkLst>
            <pc:docMk/>
            <pc:sldMk cId="2633609137" sldId="282"/>
            <ac:picMk id="13" creationId="{447D1E31-6DB6-20FB-FECF-9466D5900AE6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1:57:57.746" v="556" actId="1076"/>
          <ac:picMkLst>
            <pc:docMk/>
            <pc:sldMk cId="2633609137" sldId="282"/>
            <ac:picMk id="15" creationId="{ED9CDEA3-A1D0-A7EF-E1A3-0F5725DA4DC7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1:57:59.246" v="557" actId="1076"/>
          <ac:picMkLst>
            <pc:docMk/>
            <pc:sldMk cId="2633609137" sldId="282"/>
            <ac:picMk id="16" creationId="{75CDA76B-8E83-C09C-D98E-6DB3BB3B5950}"/>
          </ac:picMkLst>
        </pc:picChg>
      </pc:sldChg>
      <pc:sldChg chg="delSp new del">
        <pc:chgData name="Max Hubauer" userId="S::hum42185@hs-regensburg.de::4aa4017d-c21c-4067-a375-0aad29452a1b" providerId="AD" clId="Web-{46C7E627-924A-4293-11EB-9BE9188A5241}" dt="2025-06-10T12:23:07.199" v="681"/>
        <pc:sldMkLst>
          <pc:docMk/>
          <pc:sldMk cId="2128992302" sldId="283"/>
        </pc:sldMkLst>
        <pc:spChg chg="del">
          <ac:chgData name="Max Hubauer" userId="S::hum42185@hs-regensburg.de::4aa4017d-c21c-4067-a375-0aad29452a1b" providerId="AD" clId="Web-{46C7E627-924A-4293-11EB-9BE9188A5241}" dt="2025-06-10T12:23:03.433" v="680"/>
          <ac:spMkLst>
            <pc:docMk/>
            <pc:sldMk cId="2128992302" sldId="283"/>
            <ac:spMk id="2" creationId="{21B02E41-2C12-86DD-8AE6-1D866346A047}"/>
          </ac:spMkLst>
        </pc:spChg>
      </pc:sldChg>
      <pc:sldChg chg="addSp delSp modSp add replId">
        <pc:chgData name="Max Hubauer" userId="S::hum42185@hs-regensburg.de::4aa4017d-c21c-4067-a375-0aad29452a1b" providerId="AD" clId="Web-{46C7E627-924A-4293-11EB-9BE9188A5241}" dt="2025-06-10T12:52:52.737" v="1381" actId="1076"/>
        <pc:sldMkLst>
          <pc:docMk/>
          <pc:sldMk cId="3740859355" sldId="283"/>
        </pc:sldMkLst>
        <pc:spChg chg="mod">
          <ac:chgData name="Max Hubauer" userId="S::hum42185@hs-regensburg.de::4aa4017d-c21c-4067-a375-0aad29452a1b" providerId="AD" clId="Web-{46C7E627-924A-4293-11EB-9BE9188A5241}" dt="2025-06-10T12:31:38.022" v="951" actId="20577"/>
          <ac:spMkLst>
            <pc:docMk/>
            <pc:sldMk cId="3740859355" sldId="283"/>
            <ac:spMk id="4" creationId="{EC5B3CB0-A544-65CD-8D0B-0578E4B88912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2:29:10.925" v="944"/>
          <ac:spMkLst>
            <pc:docMk/>
            <pc:sldMk cId="3740859355" sldId="283"/>
            <ac:spMk id="5" creationId="{A2DCCC9E-F60F-067B-EE73-6B5E02D51BCE}"/>
          </ac:spMkLst>
        </pc:spChg>
        <pc:spChg chg="mod">
          <ac:chgData name="Max Hubauer" userId="S::hum42185@hs-regensburg.de::4aa4017d-c21c-4067-a375-0aad29452a1b" providerId="AD" clId="Web-{46C7E627-924A-4293-11EB-9BE9188A5241}" dt="2025-06-10T12:34:17.104" v="969" actId="14100"/>
          <ac:spMkLst>
            <pc:docMk/>
            <pc:sldMk cId="3740859355" sldId="283"/>
            <ac:spMk id="7" creationId="{E6CB6F98-3CDA-BCB0-02B4-0AD59F8E614B}"/>
          </ac:spMkLst>
        </pc:spChg>
        <pc:spChg chg="mod">
          <ac:chgData name="Max Hubauer" userId="S::hum42185@hs-regensburg.de::4aa4017d-c21c-4067-a375-0aad29452a1b" providerId="AD" clId="Web-{46C7E627-924A-4293-11EB-9BE9188A5241}" dt="2025-06-10T12:40:17.783" v="998" actId="1076"/>
          <ac:spMkLst>
            <pc:docMk/>
            <pc:sldMk cId="3740859355" sldId="283"/>
            <ac:spMk id="8" creationId="{25060269-CD38-D0A8-3B11-C48C9728A919}"/>
          </ac:spMkLst>
        </pc:spChg>
        <pc:spChg chg="del">
          <ac:chgData name="Max Hubauer" userId="S::hum42185@hs-regensburg.de::4aa4017d-c21c-4067-a375-0aad29452a1b" providerId="AD" clId="Web-{46C7E627-924A-4293-11EB-9BE9188A5241}" dt="2025-06-10T12:24:04.357" v="713"/>
          <ac:spMkLst>
            <pc:docMk/>
            <pc:sldMk cId="3740859355" sldId="283"/>
            <ac:spMk id="9" creationId="{AACA4E0B-5F26-B258-F391-C0D9A6A2B214}"/>
          </ac:spMkLst>
        </pc:spChg>
        <pc:spChg chg="del">
          <ac:chgData name="Max Hubauer" userId="S::hum42185@hs-regensburg.de::4aa4017d-c21c-4067-a375-0aad29452a1b" providerId="AD" clId="Web-{46C7E627-924A-4293-11EB-9BE9188A5241}" dt="2025-06-10T12:24:05.325" v="714"/>
          <ac:spMkLst>
            <pc:docMk/>
            <pc:sldMk cId="3740859355" sldId="283"/>
            <ac:spMk id="10" creationId="{5029B650-9F69-96F3-1E43-D5D81654C5DD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2:30:08.692" v="950"/>
          <ac:spMkLst>
            <pc:docMk/>
            <pc:sldMk cId="3740859355" sldId="283"/>
            <ac:spMk id="12" creationId="{84E07728-0AC5-2640-314A-E9FF1F362E8F}"/>
          </ac:spMkLst>
        </pc:spChg>
        <pc:picChg chg="del">
          <ac:chgData name="Max Hubauer" userId="S::hum42185@hs-regensburg.de::4aa4017d-c21c-4067-a375-0aad29452a1b" providerId="AD" clId="Web-{46C7E627-924A-4293-11EB-9BE9188A5241}" dt="2025-06-10T12:23:59.685" v="709"/>
          <ac:picMkLst>
            <pc:docMk/>
            <pc:sldMk cId="3740859355" sldId="283"/>
            <ac:picMk id="11" creationId="{8AB15A11-9F3C-6E37-FBEE-BF24A8A0A70E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24:01.200" v="710"/>
          <ac:picMkLst>
            <pc:docMk/>
            <pc:sldMk cId="3740859355" sldId="283"/>
            <ac:picMk id="13" creationId="{8A6CAD66-E026-BC6E-0FFC-FF10207980A7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47:55.777" v="1316"/>
          <ac:picMkLst>
            <pc:docMk/>
            <pc:sldMk cId="3740859355" sldId="283"/>
            <ac:picMk id="14" creationId="{FBA5CA97-49D0-F25C-CF1F-BD107B2E16B4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24:01.575" v="711"/>
          <ac:picMkLst>
            <pc:docMk/>
            <pc:sldMk cId="3740859355" sldId="283"/>
            <ac:picMk id="15" creationId="{F7273C02-518E-D6BE-FC8B-371734872024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24:01.982" v="712"/>
          <ac:picMkLst>
            <pc:docMk/>
            <pc:sldMk cId="3740859355" sldId="283"/>
            <ac:picMk id="16" creationId="{8C40CF59-3EC0-8E2A-1F65-1C299B29F23B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49:39.404" v="1326"/>
          <ac:picMkLst>
            <pc:docMk/>
            <pc:sldMk cId="3740859355" sldId="283"/>
            <ac:picMk id="17" creationId="{CACF5681-9768-4781-E084-4704C4EE83F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565" v="1373" actId="1076"/>
          <ac:picMkLst>
            <pc:docMk/>
            <pc:sldMk cId="3740859355" sldId="283"/>
            <ac:picMk id="18" creationId="{D85795E5-4872-59A6-F595-9977BC346F0E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596" v="1374" actId="1076"/>
          <ac:picMkLst>
            <pc:docMk/>
            <pc:sldMk cId="3740859355" sldId="283"/>
            <ac:picMk id="19" creationId="{91FA708F-B951-54EB-ED0B-51FACF03A8A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612" v="1375" actId="1076"/>
          <ac:picMkLst>
            <pc:docMk/>
            <pc:sldMk cId="3740859355" sldId="283"/>
            <ac:picMk id="20" creationId="{FD536416-3C30-7A7F-B661-258C6FC2A12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627" v="1376" actId="1076"/>
          <ac:picMkLst>
            <pc:docMk/>
            <pc:sldMk cId="3740859355" sldId="283"/>
            <ac:picMk id="21" creationId="{E2AF91C1-9D7B-1B5A-FF4F-279C63546BDF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658" v="1377" actId="1076"/>
          <ac:picMkLst>
            <pc:docMk/>
            <pc:sldMk cId="3740859355" sldId="283"/>
            <ac:picMk id="22" creationId="{F08EEF08-B0EF-04B3-64A5-AD519ED05920}"/>
          </ac:picMkLst>
        </pc:picChg>
        <pc:cxnChg chg="add del">
          <ac:chgData name="Max Hubauer" userId="S::hum42185@hs-regensburg.de::4aa4017d-c21c-4067-a375-0aad29452a1b" providerId="AD" clId="Web-{46C7E627-924A-4293-11EB-9BE9188A5241}" dt="2025-06-10T12:50:44.875" v="1344"/>
          <ac:cxnSpMkLst>
            <pc:docMk/>
            <pc:sldMk cId="3740859355" sldId="283"/>
            <ac:cxnSpMk id="23" creationId="{7F674F72-BE15-4670-3188-2B69631C3289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674" v="1378" actId="1076"/>
          <ac:cxnSpMkLst>
            <pc:docMk/>
            <pc:sldMk cId="3740859355" sldId="283"/>
            <ac:cxnSpMk id="24" creationId="{92D0220E-CD73-18A1-37A4-975426222C18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705" v="1379" actId="1076"/>
          <ac:cxnSpMkLst>
            <pc:docMk/>
            <pc:sldMk cId="3740859355" sldId="283"/>
            <ac:cxnSpMk id="25" creationId="{3BC4EB3D-59A6-64D4-AEAE-373D4BD1D751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721" v="1380" actId="1076"/>
          <ac:cxnSpMkLst>
            <pc:docMk/>
            <pc:sldMk cId="3740859355" sldId="283"/>
            <ac:cxnSpMk id="26" creationId="{D194EA93-DA77-AD11-72F3-6748E35B3700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737" v="1381" actId="1076"/>
          <ac:cxnSpMkLst>
            <pc:docMk/>
            <pc:sldMk cId="3740859355" sldId="283"/>
            <ac:cxnSpMk id="27" creationId="{6A90CBA4-1AF6-3AF7-CE3A-CD9FDB061D59}"/>
          </ac:cxnSpMkLst>
        </pc:cxnChg>
      </pc:sldChg>
      <pc:sldChg chg="addSp delSp modSp add replId">
        <pc:chgData name="Max Hubauer" userId="S::hum42185@hs-regensburg.de::4aa4017d-c21c-4067-a375-0aad29452a1b" providerId="AD" clId="Web-{46C7E627-924A-4293-11EB-9BE9188A5241}" dt="2025-06-10T13:06:54.020" v="2151"/>
        <pc:sldMkLst>
          <pc:docMk/>
          <pc:sldMk cId="3854283771" sldId="284"/>
        </pc:sldMkLst>
        <pc:spChg chg="mod ord">
          <ac:chgData name="Max Hubauer" userId="S::hum42185@hs-regensburg.de::4aa4017d-c21c-4067-a375-0aad29452a1b" providerId="AD" clId="Web-{46C7E627-924A-4293-11EB-9BE9188A5241}" dt="2025-06-10T13:06:47.910" v="2150"/>
          <ac:spMkLst>
            <pc:docMk/>
            <pc:sldMk cId="3854283771" sldId="284"/>
            <ac:spMk id="5" creationId="{396A6A3E-858E-FAFC-437A-686038E7615C}"/>
          </ac:spMkLst>
        </pc:spChg>
        <pc:spChg chg="mod">
          <ac:chgData name="Max Hubauer" userId="S::hum42185@hs-regensburg.de::4aa4017d-c21c-4067-a375-0aad29452a1b" providerId="AD" clId="Web-{46C7E627-924A-4293-11EB-9BE9188A5241}" dt="2025-06-10T12:40:39.377" v="1014" actId="20577"/>
          <ac:spMkLst>
            <pc:docMk/>
            <pc:sldMk cId="3854283771" sldId="284"/>
            <ac:spMk id="7" creationId="{B5AFDD09-6D3E-C9D3-E835-8E9D09D87896}"/>
          </ac:spMkLst>
        </pc:spChg>
        <pc:spChg chg="mod">
          <ac:chgData name="Max Hubauer" userId="S::hum42185@hs-regensburg.de::4aa4017d-c21c-4067-a375-0aad29452a1b" providerId="AD" clId="Web-{46C7E627-924A-4293-11EB-9BE9188A5241}" dt="2025-06-10T12:55:47.803" v="1426" actId="20577"/>
          <ac:spMkLst>
            <pc:docMk/>
            <pc:sldMk cId="3854283771" sldId="284"/>
            <ac:spMk id="8" creationId="{887FDEC1-8475-F744-DAA5-15BA54C63BD0}"/>
          </ac:spMkLst>
        </pc:spChg>
        <pc:spChg chg="mod ord">
          <ac:chgData name="Max Hubauer" userId="S::hum42185@hs-regensburg.de::4aa4017d-c21c-4067-a375-0aad29452a1b" providerId="AD" clId="Web-{46C7E627-924A-4293-11EB-9BE9188A5241}" dt="2025-06-10T13:06:54.020" v="2151"/>
          <ac:spMkLst>
            <pc:docMk/>
            <pc:sldMk cId="3854283771" sldId="284"/>
            <ac:spMk id="12" creationId="{DBCB6D90-F612-438E-E3F2-3D72A9C01C7B}"/>
          </ac:spMkLst>
        </pc:spChg>
        <pc:picChg chg="add mod">
          <ac:chgData name="Max Hubauer" userId="S::hum42185@hs-regensburg.de::4aa4017d-c21c-4067-a375-0aad29452a1b" providerId="AD" clId="Web-{46C7E627-924A-4293-11EB-9BE9188A5241}" dt="2025-06-10T12:55:10.130" v="1416" actId="1076"/>
          <ac:picMkLst>
            <pc:docMk/>
            <pc:sldMk cId="3854283771" sldId="284"/>
            <ac:picMk id="6" creationId="{00F9FCE1-92E6-6D5C-82A3-F8F72C27073C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161" v="1417" actId="1076"/>
          <ac:picMkLst>
            <pc:docMk/>
            <pc:sldMk cId="3854283771" sldId="284"/>
            <ac:picMk id="10" creationId="{2CFA47B9-C424-C9A3-721F-08C9C161C2BE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208" v="1418" actId="1076"/>
          <ac:picMkLst>
            <pc:docMk/>
            <pc:sldMk cId="3854283771" sldId="284"/>
            <ac:picMk id="13" creationId="{9AB63A37-8606-4475-EB68-C0CD75DE0324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40:41.752" v="1015"/>
          <ac:picMkLst>
            <pc:docMk/>
            <pc:sldMk cId="3854283771" sldId="284"/>
            <ac:picMk id="14" creationId="{1063AEF8-9EA3-76D2-1413-B5201850233B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239" v="1419" actId="1076"/>
          <ac:picMkLst>
            <pc:docMk/>
            <pc:sldMk cId="3854283771" sldId="284"/>
            <ac:picMk id="16" creationId="{3B07C966-D472-1BEC-CD95-31AF0B19237D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271" v="1420" actId="1076"/>
          <ac:picMkLst>
            <pc:docMk/>
            <pc:sldMk cId="3854283771" sldId="284"/>
            <ac:picMk id="18" creationId="{9845B44F-52DC-50D7-FFED-BA97700B9F30}"/>
          </ac:picMkLst>
        </pc:picChg>
        <pc:cxnChg chg="add mod">
          <ac:chgData name="Max Hubauer" userId="S::hum42185@hs-regensburg.de::4aa4017d-c21c-4067-a375-0aad29452a1b" providerId="AD" clId="Web-{46C7E627-924A-4293-11EB-9BE9188A5241}" dt="2025-06-10T12:55:10.286" v="1421" actId="1076"/>
          <ac:cxnSpMkLst>
            <pc:docMk/>
            <pc:sldMk cId="3854283771" sldId="284"/>
            <ac:cxnSpMk id="20" creationId="{22D0A200-9211-34E1-368C-339715EA3122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5:10.318" v="1422" actId="1076"/>
          <ac:cxnSpMkLst>
            <pc:docMk/>
            <pc:sldMk cId="3854283771" sldId="284"/>
            <ac:cxnSpMk id="22" creationId="{3B0EAA96-57EA-BEDB-79BE-D8BF0708266F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5:10.349" v="1423" actId="1076"/>
          <ac:cxnSpMkLst>
            <pc:docMk/>
            <pc:sldMk cId="3854283771" sldId="284"/>
            <ac:cxnSpMk id="24" creationId="{3D7A3707-E17F-E533-0B55-B46639B0448E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5:10.364" v="1424" actId="1076"/>
          <ac:cxnSpMkLst>
            <pc:docMk/>
            <pc:sldMk cId="3854283771" sldId="284"/>
            <ac:cxnSpMk id="26" creationId="{71CE8532-1100-B5C1-3AF4-D12CB1CDD8A1}"/>
          </ac:cxnSpMkLst>
        </pc:cxnChg>
      </pc:sldChg>
      <pc:sldChg chg="addSp delSp modSp add replId">
        <pc:chgData name="Max Hubauer" userId="S::hum42185@hs-regensburg.de::4aa4017d-c21c-4067-a375-0aad29452a1b" providerId="AD" clId="Web-{46C7E627-924A-4293-11EB-9BE9188A5241}" dt="2025-06-10T13:12:35.496" v="2454" actId="20577"/>
        <pc:sldMkLst>
          <pc:docMk/>
          <pc:sldMk cId="3536581845" sldId="285"/>
        </pc:sldMkLst>
        <pc:spChg chg="del">
          <ac:chgData name="Max Hubauer" userId="S::hum42185@hs-regensburg.de::4aa4017d-c21c-4067-a375-0aad29452a1b" providerId="AD" clId="Web-{46C7E627-924A-4293-11EB-9BE9188A5241}" dt="2025-06-10T12:56:35.788" v="1454"/>
          <ac:spMkLst>
            <pc:docMk/>
            <pc:sldMk cId="3536581845" sldId="285"/>
            <ac:spMk id="5" creationId="{C0601BEC-6CEE-7F4E-B26C-B3DA580AA3DB}"/>
          </ac:spMkLst>
        </pc:spChg>
        <pc:spChg chg="mod">
          <ac:chgData name="Max Hubauer" userId="S::hum42185@hs-regensburg.de::4aa4017d-c21c-4067-a375-0aad29452a1b" providerId="AD" clId="Web-{46C7E627-924A-4293-11EB-9BE9188A5241}" dt="2025-06-10T13:10:38.775" v="2376" actId="1076"/>
          <ac:spMkLst>
            <pc:docMk/>
            <pc:sldMk cId="3536581845" sldId="285"/>
            <ac:spMk id="7" creationId="{9C92ADA8-A6DC-5385-95DB-5089354744BC}"/>
          </ac:spMkLst>
        </pc:spChg>
        <pc:spChg chg="del">
          <ac:chgData name="Max Hubauer" userId="S::hum42185@hs-regensburg.de::4aa4017d-c21c-4067-a375-0aad29452a1b" providerId="AD" clId="Web-{46C7E627-924A-4293-11EB-9BE9188A5241}" dt="2025-06-10T12:57:38.883" v="1456"/>
          <ac:spMkLst>
            <pc:docMk/>
            <pc:sldMk cId="3536581845" sldId="285"/>
            <ac:spMk id="8" creationId="{144BCD50-9063-C873-9E51-B51654490A3A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12:35.496" v="2454" actId="20577"/>
          <ac:spMkLst>
            <pc:docMk/>
            <pc:sldMk cId="3536581845" sldId="285"/>
            <ac:spMk id="11" creationId="{708CAF93-9957-A92E-4E7B-71D9CA14610C}"/>
          </ac:spMkLst>
        </pc:spChg>
        <pc:spChg chg="del">
          <ac:chgData name="Max Hubauer" userId="S::hum42185@hs-regensburg.de::4aa4017d-c21c-4067-a375-0aad29452a1b" providerId="AD" clId="Web-{46C7E627-924A-4293-11EB-9BE9188A5241}" dt="2025-06-10T12:56:36.601" v="1455"/>
          <ac:spMkLst>
            <pc:docMk/>
            <pc:sldMk cId="3536581845" sldId="285"/>
            <ac:spMk id="12" creationId="{FA66C21A-76FF-F23E-6B78-EED817F5C704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11:57.964" v="2447"/>
          <ac:spMkLst>
            <pc:docMk/>
            <pc:sldMk cId="3536581845" sldId="285"/>
            <ac:spMk id="15" creationId="{75CF7964-E36D-F81E-39E3-DA489B61BA10}"/>
          </ac:spMkLst>
        </pc:spChg>
        <pc:graphicFrameChg chg="add mod modGraphic">
          <ac:chgData name="Max Hubauer" userId="S::hum42185@hs-regensburg.de::4aa4017d-c21c-4067-a375-0aad29452a1b" providerId="AD" clId="Web-{46C7E627-924A-4293-11EB-9BE9188A5241}" dt="2025-06-10T13:10:46.040" v="2377" actId="1076"/>
          <ac:graphicFrameMkLst>
            <pc:docMk/>
            <pc:sldMk cId="3536581845" sldId="285"/>
            <ac:graphicFrameMk id="2" creationId="{29EBA7B8-A231-1803-3B18-5405C505EAE9}"/>
          </ac:graphicFrameMkLst>
        </pc:graphicFrameChg>
        <pc:picChg chg="del">
          <ac:chgData name="Max Hubauer" userId="S::hum42185@hs-regensburg.de::4aa4017d-c21c-4067-a375-0aad29452a1b" providerId="AD" clId="Web-{46C7E627-924A-4293-11EB-9BE9188A5241}" dt="2025-06-10T12:58:01.040" v="1468"/>
          <ac:picMkLst>
            <pc:docMk/>
            <pc:sldMk cId="3536581845" sldId="285"/>
            <ac:picMk id="6" creationId="{14B6611E-E772-AD32-8376-7A34F3186CB6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7"/>
          <ac:picMkLst>
            <pc:docMk/>
            <pc:sldMk cId="3536581845" sldId="285"/>
            <ac:picMk id="10" creationId="{44F4485A-3F91-C6CB-F19C-934F9D77D4C2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6"/>
          <ac:picMkLst>
            <pc:docMk/>
            <pc:sldMk cId="3536581845" sldId="285"/>
            <ac:picMk id="13" creationId="{AD900BCB-54AD-6884-4514-554E1761E4E6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5"/>
          <ac:picMkLst>
            <pc:docMk/>
            <pc:sldMk cId="3536581845" sldId="285"/>
            <ac:picMk id="16" creationId="{8BB616B2-421A-7B48-3ABB-010DFEDC5565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4"/>
          <ac:picMkLst>
            <pc:docMk/>
            <pc:sldMk cId="3536581845" sldId="285"/>
            <ac:picMk id="18" creationId="{86C1B478-7670-979D-9A32-B98266C1462C}"/>
          </ac:picMkLst>
        </pc:picChg>
        <pc:cxnChg chg="del">
          <ac:chgData name="Max Hubauer" userId="S::hum42185@hs-regensburg.de::4aa4017d-c21c-4067-a375-0aad29452a1b" providerId="AD" clId="Web-{46C7E627-924A-4293-11EB-9BE9188A5241}" dt="2025-06-10T12:58:01.040" v="1463"/>
          <ac:cxnSpMkLst>
            <pc:docMk/>
            <pc:sldMk cId="3536581845" sldId="285"/>
            <ac:cxnSpMk id="20" creationId="{F02EBDA9-D880-D3A6-7CF5-10025056F366}"/>
          </ac:cxnSpMkLst>
        </pc:cxnChg>
        <pc:cxnChg chg="del">
          <ac:chgData name="Max Hubauer" userId="S::hum42185@hs-regensburg.de::4aa4017d-c21c-4067-a375-0aad29452a1b" providerId="AD" clId="Web-{46C7E627-924A-4293-11EB-9BE9188A5241}" dt="2025-06-10T12:58:01.040" v="1462"/>
          <ac:cxnSpMkLst>
            <pc:docMk/>
            <pc:sldMk cId="3536581845" sldId="285"/>
            <ac:cxnSpMk id="22" creationId="{F9C5D9CF-6B63-A6E6-5846-50FF70385AB1}"/>
          </ac:cxnSpMkLst>
        </pc:cxnChg>
        <pc:cxnChg chg="del">
          <ac:chgData name="Max Hubauer" userId="S::hum42185@hs-regensburg.de::4aa4017d-c21c-4067-a375-0aad29452a1b" providerId="AD" clId="Web-{46C7E627-924A-4293-11EB-9BE9188A5241}" dt="2025-06-10T12:58:01.040" v="1461"/>
          <ac:cxnSpMkLst>
            <pc:docMk/>
            <pc:sldMk cId="3536581845" sldId="285"/>
            <ac:cxnSpMk id="24" creationId="{2C127D0C-FA89-1381-BB57-BCD6D8BCB812}"/>
          </ac:cxnSpMkLst>
        </pc:cxnChg>
        <pc:cxnChg chg="del">
          <ac:chgData name="Max Hubauer" userId="S::hum42185@hs-regensburg.de::4aa4017d-c21c-4067-a375-0aad29452a1b" providerId="AD" clId="Web-{46C7E627-924A-4293-11EB-9BE9188A5241}" dt="2025-06-10T12:58:01.040" v="1460"/>
          <ac:cxnSpMkLst>
            <pc:docMk/>
            <pc:sldMk cId="3536581845" sldId="285"/>
            <ac:cxnSpMk id="26" creationId="{D80C0B1D-9267-DA21-0A2A-8B2AA4B0838A}"/>
          </ac:cxnSpMkLst>
        </pc:cxnChg>
      </pc:sldChg>
    </pc:docChg>
  </pc:docChgLst>
  <pc:docChgLst>
    <pc:chgData name="PhamTuyetNgan Vo" userId="S::vop47519@hs-regensburg.de::6eafc975-32e2-4ed2-b112-6f0b1a0a725d" providerId="AD" clId="Web-{3B646C71-CC1C-EB04-C4E7-630B318B7A9A}"/>
    <pc:docChg chg="modSld addMainMaster delMainMaster">
      <pc:chgData name="PhamTuyetNgan Vo" userId="S::vop47519@hs-regensburg.de::6eafc975-32e2-4ed2-b112-6f0b1a0a725d" providerId="AD" clId="Web-{3B646C71-CC1C-EB04-C4E7-630B318B7A9A}" dt="2025-06-04T18:24:38.496" v="125"/>
      <pc:docMkLst>
        <pc:docMk/>
      </pc:docMkLst>
      <pc:sldChg chg="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0" sldId="256"/>
        </pc:sldMkLst>
      </pc:sldChg>
      <pc:sldChg chg="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0" sldId="257"/>
        </pc:sldMkLst>
      </pc:sldChg>
      <pc:sldChg chg="modSp 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3839957984" sldId="258"/>
        </pc:sldMkLst>
        <pc:spChg chg="mod ord">
          <ac:chgData name="PhamTuyetNgan Vo" userId="S::vop47519@hs-regensburg.de::6eafc975-32e2-4ed2-b112-6f0b1a0a725d" providerId="AD" clId="Web-{3B646C71-CC1C-EB04-C4E7-630B318B7A9A}" dt="2025-06-04T18:24:38.496" v="125"/>
          <ac:spMkLst>
            <pc:docMk/>
            <pc:sldMk cId="3839957984" sldId="258"/>
            <ac:spMk id="2" creationId="{51BFD748-CB37-49A0-C7D6-85B27C6EC92B}"/>
          </ac:spMkLst>
        </pc:spChg>
      </pc:sldChg>
      <pc:sldChg chg="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1115697934" sldId="259"/>
        </pc:sldMkLst>
      </pc:sldChg>
      <pc:sldChg chg="addSp delSp modSp 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3830050188" sldId="260"/>
        </pc:sldMkLst>
        <pc:spChg chg="mod ord">
          <ac:chgData name="PhamTuyetNgan Vo" userId="S::vop47519@hs-regensburg.de::6eafc975-32e2-4ed2-b112-6f0b1a0a725d" providerId="AD" clId="Web-{3B646C71-CC1C-EB04-C4E7-630B318B7A9A}" dt="2025-06-04T18:24:38.496" v="125"/>
          <ac:spMkLst>
            <pc:docMk/>
            <pc:sldMk cId="3830050188" sldId="260"/>
            <ac:spMk id="2" creationId="{DA51088B-6FAA-E96D-88DC-D52BA33135D1}"/>
          </ac:spMkLst>
        </pc:spChg>
        <pc:spChg chg="add mod">
          <ac:chgData name="PhamTuyetNgan Vo" userId="S::vop47519@hs-regensburg.de::6eafc975-32e2-4ed2-b112-6f0b1a0a725d" providerId="AD" clId="Web-{3B646C71-CC1C-EB04-C4E7-630B318B7A9A}" dt="2025-06-04T18:21:57.881" v="124" actId="1076"/>
          <ac:spMkLst>
            <pc:docMk/>
            <pc:sldMk cId="3830050188" sldId="260"/>
            <ac:spMk id="8" creationId="{C65BBDCF-FCE0-6C5A-993C-5E6CD07A64E5}"/>
          </ac:spMkLst>
        </pc:spChg>
        <pc:picChg chg="add del mod">
          <ac:chgData name="PhamTuyetNgan Vo" userId="S::vop47519@hs-regensburg.de::6eafc975-32e2-4ed2-b112-6f0b1a0a725d" providerId="AD" clId="Web-{3B646C71-CC1C-EB04-C4E7-630B318B7A9A}" dt="2025-06-04T18:00:59.694" v="1"/>
          <ac:picMkLst>
            <pc:docMk/>
            <pc:sldMk cId="3830050188" sldId="260"/>
            <ac:picMk id="3" creationId="{52A2C1E6-451E-18BE-4743-61B61EA312D9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35.161" v="120" actId="1076"/>
          <ac:picMkLst>
            <pc:docMk/>
            <pc:sldMk cId="3830050188" sldId="260"/>
            <ac:picMk id="4" creationId="{6AE8172F-CA69-1F9F-BAA2-68BAFC715CAB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38.614" v="121" actId="1076"/>
          <ac:picMkLst>
            <pc:docMk/>
            <pc:sldMk cId="3830050188" sldId="260"/>
            <ac:picMk id="5" creationId="{E9B8D3B6-14CF-225B-C436-D1D805C9AA2A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44.380" v="122" actId="1076"/>
          <ac:picMkLst>
            <pc:docMk/>
            <pc:sldMk cId="3830050188" sldId="260"/>
            <ac:picMk id="6" creationId="{727DA52F-0B4B-F48E-4706-107A14277CAE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50.193" v="123" actId="1076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3447179358" sldId="261"/>
        </pc:sldMkLst>
        <pc:spChg chg="mod ord">
          <ac:chgData name="PhamTuyetNgan Vo" userId="S::vop47519@hs-regensburg.de::6eafc975-32e2-4ed2-b112-6f0b1a0a725d" providerId="AD" clId="Web-{3B646C71-CC1C-EB04-C4E7-630B318B7A9A}" dt="2025-06-04T18:24:38.496" v="125"/>
          <ac:spMkLst>
            <pc:docMk/>
            <pc:sldMk cId="3447179358" sldId="261"/>
            <ac:spMk id="2" creationId="{3357321C-E625-FA1B-71F5-50D77A7654D1}"/>
          </ac:spMkLst>
        </pc:spChg>
      </pc:sldChg>
      <pc:sldMasterChg chg="del delSldLayout">
        <pc:chgData name="PhamTuyetNgan Vo" userId="S::vop47519@hs-regensburg.de::6eafc975-32e2-4ed2-b112-6f0b1a0a725d" providerId="AD" clId="Web-{3B646C71-CC1C-EB04-C4E7-630B318B7A9A}" dt="2025-06-04T18:24:38.496" v="125"/>
        <pc:sldMasterMkLst>
          <pc:docMk/>
          <pc:sldMasterMk cId="2091119394" sldId="2147483660"/>
        </pc:sldMasterMkLst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4011058597" sldId="2147483661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187748865" sldId="2147483662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362716158" sldId="2147483663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4247940817" sldId="2147483664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1600428984" sldId="2147483665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057390918" sldId="2147483666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1201886114" sldId="2147483667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3043438830" sldId="2147483668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439680520" sldId="2147483669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3713685168" sldId="2147483670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69585997" sldId="2147483671"/>
          </pc:sldLayoutMkLst>
        </pc:sldLayoutChg>
      </pc:sldMasterChg>
      <pc:sldMasterChg chg="add addSldLayout modSldLayout">
        <pc:chgData name="PhamTuyetNgan Vo" userId="S::vop47519@hs-regensburg.de::6eafc975-32e2-4ed2-b112-6f0b1a0a725d" providerId="AD" clId="Web-{3B646C71-CC1C-EB04-C4E7-630B318B7A9A}" dt="2025-06-04T18:24:38.496" v="125"/>
        <pc:sldMasterMkLst>
          <pc:docMk/>
          <pc:sldMasterMk cId="4208838784" sldId="2147483672"/>
        </pc:sldMasterMkLst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442949811" sldId="2147483673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3466537104" sldId="2147483674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552794423" sldId="2147483675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1133272621" sldId="2147483676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415243891" sldId="2147483677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410134679" sldId="2147483678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4211575862" sldId="2147483679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1108120631" sldId="2147483680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060302621" sldId="2147483681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899162092" sldId="2147483682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1207487430" sldId="2147483683"/>
          </pc:sldLayoutMkLst>
        </pc:sldLayoutChg>
      </pc:sldMasterChg>
    </pc:docChg>
  </pc:docChgLst>
  <pc:docChgLst>
    <pc:chgData name="Ines Wodarz" userId="S::woi45919@hs-regensburg.de::eea25bdb-c1ac-4bff-a043-0a6432052995" providerId="AD" clId="Web-{85763C12-3199-BB38-F0FB-84AAA2EE750C}"/>
    <pc:docChg chg="addSld delSld modSld sldOrd modSection">
      <pc:chgData name="Ines Wodarz" userId="S::woi45919@hs-regensburg.de::eea25bdb-c1ac-4bff-a043-0a6432052995" providerId="AD" clId="Web-{85763C12-3199-BB38-F0FB-84AAA2EE750C}" dt="2025-06-08T17:13:04.443" v="26" actId="1076"/>
      <pc:docMkLst>
        <pc:docMk/>
      </pc:docMkLst>
      <pc:sldChg chg="new del">
        <pc:chgData name="Ines Wodarz" userId="S::woi45919@hs-regensburg.de::eea25bdb-c1ac-4bff-a043-0a6432052995" providerId="AD" clId="Web-{85763C12-3199-BB38-F0FB-84AAA2EE750C}" dt="2025-06-08T17:10:50.751" v="4"/>
        <pc:sldMkLst>
          <pc:docMk/>
          <pc:sldMk cId="1873721595" sldId="270"/>
        </pc:sldMkLst>
      </pc:sldChg>
      <pc:sldChg chg="modSp add ord">
        <pc:chgData name="Ines Wodarz" userId="S::woi45919@hs-regensburg.de::eea25bdb-c1ac-4bff-a043-0a6432052995" providerId="AD" clId="Web-{85763C12-3199-BB38-F0FB-84AAA2EE750C}" dt="2025-06-08T17:13:04.443" v="26" actId="1076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85763C12-3199-BB38-F0FB-84AAA2EE750C}" dt="2025-06-08T17:12:52.490" v="24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85763C12-3199-BB38-F0FB-84AAA2EE750C}" dt="2025-06-08T17:13:04.443" v="26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2:39.302" v="19" actId="1076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2:25.676" v="16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modSp add mod setBg">
        <pc:chgData name="Ines Wodarz" userId="S::woi45919@hs-regensburg.de::eea25bdb-c1ac-4bff-a043-0a6432052995" providerId="AD" clId="Web-{85763C12-3199-BB38-F0FB-84AAA2EE750C}" dt="2025-06-08T17:11:48.269" v="13" actId="20577"/>
        <pc:sldMkLst>
          <pc:docMk/>
          <pc:sldMk cId="1543563854" sldId="272"/>
        </pc:sldMkLst>
        <pc:spChg chg="mod">
          <ac:chgData name="Ines Wodarz" userId="S::woi45919@hs-regensburg.de::eea25bdb-c1ac-4bff-a043-0a6432052995" providerId="AD" clId="Web-{85763C12-3199-BB38-F0FB-84AAA2EE750C}" dt="2025-06-08T17:11:43.409" v="11" actId="20577"/>
          <ac:spMkLst>
            <pc:docMk/>
            <pc:sldMk cId="1543563854" sldId="272"/>
            <ac:spMk id="2" creationId="{00000000-0000-0000-0000-000000000000}"/>
          </ac:spMkLst>
        </pc:spChg>
        <pc:spChg chg="mod">
          <ac:chgData name="Ines Wodarz" userId="S::woi45919@hs-regensburg.de::eea25bdb-c1ac-4bff-a043-0a6432052995" providerId="AD" clId="Web-{85763C12-3199-BB38-F0FB-84AAA2EE750C}" dt="2025-06-08T17:11:48.269" v="13" actId="20577"/>
          <ac:spMkLst>
            <pc:docMk/>
            <pc:sldMk cId="1543563854" sldId="272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85763C12-3199-BB38-F0FB-84AAA2EE750C}" dt="2025-06-08T17:11:09.424" v="8" actId="1076"/>
          <ac:picMkLst>
            <pc:docMk/>
            <pc:sldMk cId="1543563854" sldId="272"/>
            <ac:picMk id="7" creationId="{373F4D22-BD47-633E-762D-FD8CD018222C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0:55.173" v="5" actId="1076"/>
          <ac:picMkLst>
            <pc:docMk/>
            <pc:sldMk cId="1543563854" sldId="272"/>
            <ac:picMk id="10" creationId="{079E3A40-DAD4-6880-1A0B-0D14599287C7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1:12.752" v="9" actId="1076"/>
          <ac:picMkLst>
            <pc:docMk/>
            <pc:sldMk cId="1543563854" sldId="272"/>
            <ac:picMk id="11" creationId="{4C5FC621-C5C6-79D8-2A6E-EC09A1F94DBD}"/>
          </ac:picMkLst>
        </pc:picChg>
      </pc:sldChg>
    </pc:docChg>
  </pc:docChgLst>
  <pc:docChgLst>
    <pc:chgData name="QuangTung Vo" userId="S::voq47493@hs-regensburg.de::70ca6c10-5c96-45a7-9902-38ac12776db3" providerId="AD" clId="Web-{C3C4B70D-D0F6-54E2-1829-73BCA7468610}"/>
    <pc:docChg chg="addSld modSld modSection">
      <pc:chgData name="QuangTung Vo" userId="S::voq47493@hs-regensburg.de::70ca6c10-5c96-45a7-9902-38ac12776db3" providerId="AD" clId="Web-{C3C4B70D-D0F6-54E2-1829-73BCA7468610}" dt="2025-06-08T22:34:15.525" v="162"/>
      <pc:docMkLst>
        <pc:docMk/>
      </pc:docMkLst>
      <pc:sldChg chg="addSp delSp modSp new">
        <pc:chgData name="QuangTung Vo" userId="S::voq47493@hs-regensburg.de::70ca6c10-5c96-45a7-9902-38ac12776db3" providerId="AD" clId="Web-{C3C4B70D-D0F6-54E2-1829-73BCA7468610}" dt="2025-06-08T22:34:15.525" v="162"/>
        <pc:sldMkLst>
          <pc:docMk/>
          <pc:sldMk cId="176158537" sldId="274"/>
        </pc:sldMkLst>
        <pc:spChg chg="del">
          <ac:chgData name="QuangTung Vo" userId="S::voq47493@hs-regensburg.de::70ca6c10-5c96-45a7-9902-38ac12776db3" providerId="AD" clId="Web-{C3C4B70D-D0F6-54E2-1829-73BCA7468610}" dt="2025-06-08T17:55:41.374" v="1"/>
          <ac:spMkLst>
            <pc:docMk/>
            <pc:sldMk cId="176158537" sldId="274"/>
            <ac:spMk id="2" creationId="{116CE30D-CEB7-7F13-7DC9-31B152DACA68}"/>
          </ac:spMkLst>
        </pc:spChg>
        <pc:graphicFrameChg chg="add del mod modGraphic">
          <ac:chgData name="QuangTung Vo" userId="S::voq47493@hs-regensburg.de::70ca6c10-5c96-45a7-9902-38ac12776db3" providerId="AD" clId="Web-{C3C4B70D-D0F6-54E2-1829-73BCA7468610}" dt="2025-06-08T17:57:06.847" v="10"/>
          <ac:graphicFrameMkLst>
            <pc:docMk/>
            <pc:sldMk cId="176158537" sldId="274"/>
            <ac:graphicFrameMk id="9" creationId="{B6D5C398-C089-55BA-075C-8744068FBB49}"/>
          </ac:graphicFrameMkLst>
        </pc:graphicFrameChg>
        <pc:graphicFrameChg chg="add mod modGraphic">
          <ac:chgData name="QuangTung Vo" userId="S::voq47493@hs-regensburg.de::70ca6c10-5c96-45a7-9902-38ac12776db3" providerId="AD" clId="Web-{C3C4B70D-D0F6-54E2-1829-73BCA7468610}" dt="2025-06-08T22:34:15.525" v="162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add mod">
          <ac:chgData name="QuangTung Vo" userId="S::voq47493@hs-regensburg.de::70ca6c10-5c96-45a7-9902-38ac12776db3" providerId="AD" clId="Web-{C3C4B70D-D0F6-54E2-1829-73BCA7468610}" dt="2025-06-08T22:27:50.402" v="93" actId="1076"/>
          <ac:picMkLst>
            <pc:docMk/>
            <pc:sldMk cId="176158537" sldId="274"/>
            <ac:picMk id="2" creationId="{46147644-298D-55F1-98A5-C2D08E58A402}"/>
          </ac:picMkLst>
        </pc:picChg>
        <pc:picChg chg="add mod">
          <ac:chgData name="QuangTung Vo" userId="S::voq47493@hs-regensburg.de::70ca6c10-5c96-45a7-9902-38ac12776db3" providerId="AD" clId="Web-{C3C4B70D-D0F6-54E2-1829-73BCA7468610}" dt="2025-06-08T17:55:56.234" v="3" actId="1076"/>
          <ac:picMkLst>
            <pc:docMk/>
            <pc:sldMk cId="176158537" sldId="274"/>
            <ac:picMk id="6" creationId="{6435B638-190A-2DBA-A8E3-3D6724C43C2B}"/>
          </ac:picMkLst>
        </pc:picChg>
        <pc:picChg chg="add del mod">
          <ac:chgData name="QuangTung Vo" userId="S::voq47493@hs-regensburg.de::70ca6c10-5c96-45a7-9902-38ac12776db3" providerId="AD" clId="Web-{C3C4B70D-D0F6-54E2-1829-73BCA7468610}" dt="2025-06-08T17:56:20.438" v="5"/>
          <ac:picMkLst>
            <pc:docMk/>
            <pc:sldMk cId="176158537" sldId="274"/>
            <ac:picMk id="7" creationId="{C3BCBA7D-15FE-D3BB-C517-8E44D0C55FE1}"/>
          </ac:picMkLst>
        </pc:picChg>
        <pc:picChg chg="add del mod">
          <ac:chgData name="QuangTung Vo" userId="S::voq47493@hs-regensburg.de::70ca6c10-5c96-45a7-9902-38ac12776db3" providerId="AD" clId="Web-{C3C4B70D-D0F6-54E2-1829-73BCA7468610}" dt="2025-06-08T22:26:19.774" v="86"/>
          <ac:picMkLst>
            <pc:docMk/>
            <pc:sldMk cId="176158537" sldId="274"/>
            <ac:picMk id="11" creationId="{8947571C-DDC9-0011-CF83-4FAF1850AAF0}"/>
          </ac:picMkLst>
        </pc:picChg>
      </pc:sldChg>
      <pc:sldChg chg="addSp delSp modSp new">
        <pc:chgData name="QuangTung Vo" userId="S::voq47493@hs-regensburg.de::70ca6c10-5c96-45a7-9902-38ac12776db3" providerId="AD" clId="Web-{C3C4B70D-D0F6-54E2-1829-73BCA7468610}" dt="2025-06-08T18:03:27.853" v="85" actId="20577"/>
        <pc:sldMkLst>
          <pc:docMk/>
          <pc:sldMk cId="349166377" sldId="275"/>
        </pc:sldMkLst>
        <pc:spChg chg="del">
          <ac:chgData name="QuangTung Vo" userId="S::voq47493@hs-regensburg.de::70ca6c10-5c96-45a7-9902-38ac12776db3" providerId="AD" clId="Web-{C3C4B70D-D0F6-54E2-1829-73BCA7468610}" dt="2025-06-08T18:02:39.913" v="73"/>
          <ac:spMkLst>
            <pc:docMk/>
            <pc:sldMk cId="349166377" sldId="275"/>
            <ac:spMk id="2" creationId="{60038B63-6BD9-E158-52FB-2D640A6B7FED}"/>
          </ac:spMkLst>
        </pc:spChg>
        <pc:spChg chg="add del">
          <ac:chgData name="QuangTung Vo" userId="S::voq47493@hs-regensburg.de::70ca6c10-5c96-45a7-9902-38ac12776db3" providerId="AD" clId="Web-{C3C4B70D-D0F6-54E2-1829-73BCA7468610}" dt="2025-06-08T18:02:46.601" v="75"/>
          <ac:spMkLst>
            <pc:docMk/>
            <pc:sldMk cId="349166377" sldId="275"/>
            <ac:spMk id="6" creationId="{F6B5AF9D-3D79-CC8C-6BD0-A0888021E3B4}"/>
          </ac:spMkLst>
        </pc:spChg>
        <pc:spChg chg="add mod">
          <ac:chgData name="QuangTung Vo" userId="S::voq47493@hs-regensburg.de::70ca6c10-5c96-45a7-9902-38ac12776db3" providerId="AD" clId="Web-{C3C4B70D-D0F6-54E2-1829-73BCA7468610}" dt="2025-06-08T18:03:27.853" v="85" actId="20577"/>
          <ac:spMkLst>
            <pc:docMk/>
            <pc:sldMk cId="349166377" sldId="275"/>
            <ac:spMk id="7" creationId="{57BBA451-3B7A-540E-9C92-9355CB6AED8E}"/>
          </ac:spMkLst>
        </pc:spChg>
      </pc:sldChg>
    </pc:docChg>
  </pc:docChgLst>
  <pc:docChgLst>
    <pc:chgData name="QuangTung Vo" userId="S::voq47493@hs-regensburg.de::70ca6c10-5c96-45a7-9902-38ac12776db3" providerId="AD" clId="Web-{E891D210-86CA-3BDB-A18F-B749DF3EC2C1}"/>
    <pc:docChg chg="addSld delSld modSld modSection">
      <pc:chgData name="QuangTung Vo" userId="S::voq47493@hs-regensburg.de::70ca6c10-5c96-45a7-9902-38ac12776db3" providerId="AD" clId="Web-{E891D210-86CA-3BDB-A18F-B749DF3EC2C1}" dt="2025-06-11T23:21:50.302" v="303" actId="20577"/>
      <pc:docMkLst>
        <pc:docMk/>
      </pc:docMkLst>
      <pc:sldChg chg="addSp delSp modSp">
        <pc:chgData name="QuangTung Vo" userId="S::voq47493@hs-regensburg.de::70ca6c10-5c96-45a7-9902-38ac12776db3" providerId="AD" clId="Web-{E891D210-86CA-3BDB-A18F-B749DF3EC2C1}" dt="2025-06-11T23:19:11.031" v="280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E891D210-86CA-3BDB-A18F-B749DF3EC2C1}" dt="2025-06-11T23:18:37.952" v="276" actId="20577"/>
          <ac:spMkLst>
            <pc:docMk/>
            <pc:sldMk cId="2205569032" sldId="278"/>
            <ac:spMk id="5" creationId="{D04CF8B5-E695-6477-3F95-7EC3F90C92DB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50:16.474" v="149" actId="20577"/>
          <ac:spMkLst>
            <pc:docMk/>
            <pc:sldMk cId="2205569032" sldId="278"/>
            <ac:spMk id="10" creationId="{10C33576-75F4-C8BE-AC48-F03F3A64C705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40:16.121" v="80" actId="1076"/>
          <ac:spMkLst>
            <pc:docMk/>
            <pc:sldMk cId="2205569032" sldId="278"/>
            <ac:spMk id="11" creationId="{1CF2D206-D4DD-6246-887C-E4851F267CC5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40:43.841" v="85" actId="20577"/>
          <ac:spMkLst>
            <pc:docMk/>
            <pc:sldMk cId="2205569032" sldId="278"/>
            <ac:spMk id="12" creationId="{F597B2F4-BA5F-3F70-48B2-35AC81264B8C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3:18:58.249" v="278" actId="20577"/>
          <ac:spMkLst>
            <pc:docMk/>
            <pc:sldMk cId="2205569032" sldId="278"/>
            <ac:spMk id="13" creationId="{49504E96-8893-3DAD-C7C0-6E8900C167D6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3:18:13.567" v="274" actId="20577"/>
          <ac:spMkLst>
            <pc:docMk/>
            <pc:sldMk cId="2205569032" sldId="278"/>
            <ac:spMk id="16" creationId="{749DF32E-60C4-F82D-2649-F319BDE3037C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3:19:11.031" v="280" actId="20577"/>
          <ac:spMkLst>
            <pc:docMk/>
            <pc:sldMk cId="2205569032" sldId="278"/>
            <ac:spMk id="17" creationId="{97365351-65A1-17B4-BD26-1D115C5DDBD8}"/>
          </ac:spMkLst>
        </pc:spChg>
        <pc:picChg chg="add mod">
          <ac:chgData name="QuangTung Vo" userId="S::voq47493@hs-regensburg.de::70ca6c10-5c96-45a7-9902-38ac12776db3" providerId="AD" clId="Web-{E891D210-86CA-3BDB-A18F-B749DF3EC2C1}" dt="2025-06-11T22:35:55.533" v="38" actId="14100"/>
          <ac:picMkLst>
            <pc:docMk/>
            <pc:sldMk cId="2205569032" sldId="278"/>
            <ac:picMk id="4" creationId="{D95548C3-5C4D-0C8C-5D29-B593FC25A637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2:29:35.722" v="0"/>
          <ac:picMkLst>
            <pc:docMk/>
            <pc:sldMk cId="2205569032" sldId="278"/>
            <ac:picMk id="6" creationId="{71346A12-2901-6CB8-5B02-6F5F385C3720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2:29:39.738" v="1"/>
          <ac:picMkLst>
            <pc:docMk/>
            <pc:sldMk cId="2205569032" sldId="278"/>
            <ac:picMk id="7" creationId="{7FC7F6AF-9EDB-A96D-D45D-FD35D487C3F5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36:27.940" v="42" actId="1076"/>
          <ac:picMkLst>
            <pc:docMk/>
            <pc:sldMk cId="2205569032" sldId="278"/>
            <ac:picMk id="8" creationId="{95C24160-00E9-ADA5-34B9-97A491A5D0BB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44:19.523" v="102" actId="14100"/>
          <ac:picMkLst>
            <pc:docMk/>
            <pc:sldMk cId="2205569032" sldId="278"/>
            <ac:picMk id="14" creationId="{A34D37F2-791B-BACA-8156-6822960BF02E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46:13.683" v="114" actId="1076"/>
          <ac:picMkLst>
            <pc:docMk/>
            <pc:sldMk cId="2205569032" sldId="278"/>
            <ac:picMk id="15" creationId="{693C649F-122E-D88D-F50A-6123DE6AD376}"/>
          </ac:picMkLst>
        </pc:picChg>
        <pc:cxnChg chg="add mod">
          <ac:chgData name="QuangTung Vo" userId="S::voq47493@hs-regensburg.de::70ca6c10-5c96-45a7-9902-38ac12776db3" providerId="AD" clId="Web-{E891D210-86CA-3BDB-A18F-B749DF3EC2C1}" dt="2025-06-11T22:48:13.282" v="129" actId="14100"/>
          <ac:cxnSpMkLst>
            <pc:docMk/>
            <pc:sldMk cId="2205569032" sldId="278"/>
            <ac:cxnSpMk id="9" creationId="{2AD444AF-F403-82D2-138E-7975418A58B4}"/>
          </ac:cxnSpMkLst>
        </pc:cxnChg>
      </pc:sldChg>
      <pc:sldChg chg="addSp delSp modSp del">
        <pc:chgData name="QuangTung Vo" userId="S::voq47493@hs-regensburg.de::70ca6c10-5c96-45a7-9902-38ac12776db3" providerId="AD" clId="Web-{E891D210-86CA-3BDB-A18F-B749DF3EC2C1}" dt="2025-06-11T22:52:28.307" v="157"/>
        <pc:sldMkLst>
          <pc:docMk/>
          <pc:sldMk cId="804985069" sldId="279"/>
        </pc:sldMkLst>
        <pc:spChg chg="del">
          <ac:chgData name="QuangTung Vo" userId="S::voq47493@hs-regensburg.de::70ca6c10-5c96-45a7-9902-38ac12776db3" providerId="AD" clId="Web-{E891D210-86CA-3BDB-A18F-B749DF3EC2C1}" dt="2025-06-11T22:51:28.367" v="151"/>
          <ac:spMkLst>
            <pc:docMk/>
            <pc:sldMk cId="804985069" sldId="279"/>
            <ac:spMk id="2" creationId="{1C8A7F42-9AC0-D817-F9E7-955A6EFE019A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51:28.367" v="151"/>
          <ac:spMkLst>
            <pc:docMk/>
            <pc:sldMk cId="804985069" sldId="279"/>
            <ac:spMk id="6" creationId="{7B28D5A7-E856-3930-4046-9623F76DE9CD}"/>
          </ac:spMkLst>
        </pc:spChg>
      </pc:sldChg>
      <pc:sldChg chg="del">
        <pc:chgData name="QuangTung Vo" userId="S::voq47493@hs-regensburg.de::70ca6c10-5c96-45a7-9902-38ac12776db3" providerId="AD" clId="Web-{E891D210-86CA-3BDB-A18F-B749DF3EC2C1}" dt="2025-06-11T23:02:10.641" v="204"/>
        <pc:sldMkLst>
          <pc:docMk/>
          <pc:sldMk cId="1870867864" sldId="280"/>
        </pc:sldMkLst>
      </pc:sldChg>
      <pc:sldChg chg="addSp delSp modSp add replId">
        <pc:chgData name="QuangTung Vo" userId="S::voq47493@hs-regensburg.de::70ca6c10-5c96-45a7-9902-38ac12776db3" providerId="AD" clId="Web-{E891D210-86CA-3BDB-A18F-B749DF3EC2C1}" dt="2025-06-11T23:20:30.393" v="287" actId="14100"/>
        <pc:sldMkLst>
          <pc:docMk/>
          <pc:sldMk cId="3447919696" sldId="288"/>
        </pc:sldMkLst>
        <pc:spChg chg="del">
          <ac:chgData name="QuangTung Vo" userId="S::voq47493@hs-regensburg.de::70ca6c10-5c96-45a7-9902-38ac12776db3" providerId="AD" clId="Web-{E891D210-86CA-3BDB-A18F-B749DF3EC2C1}" dt="2025-06-11T22:51:47.196" v="154"/>
          <ac:spMkLst>
            <pc:docMk/>
            <pc:sldMk cId="3447919696" sldId="288"/>
            <ac:spMk id="2" creationId="{061987E5-F199-D150-04E0-1DF8C6FE2FAD}"/>
          </ac:spMkLst>
        </pc:spChg>
        <pc:spChg chg="mod">
          <ac:chgData name="QuangTung Vo" userId="S::voq47493@hs-regensburg.de::70ca6c10-5c96-45a7-9902-38ac12776db3" providerId="AD" clId="Web-{E891D210-86CA-3BDB-A18F-B749DF3EC2C1}" dt="2025-06-11T22:55:35.142" v="179" actId="1076"/>
          <ac:spMkLst>
            <pc:docMk/>
            <pc:sldMk cId="3447919696" sldId="288"/>
            <ac:spMk id="5" creationId="{EB589B8C-2325-838D-C40E-78B3333BEE4C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52:01.103" v="156" actId="1076"/>
          <ac:spMkLst>
            <pc:docMk/>
            <pc:sldMk cId="3447919696" sldId="288"/>
            <ac:spMk id="6" creationId="{1C8A7F42-9AC0-D817-F9E7-955A6EFE019A}"/>
          </ac:spMkLst>
        </pc:spChg>
        <pc:spChg chg="mod">
          <ac:chgData name="QuangTung Vo" userId="S::voq47493@hs-regensburg.de::70ca6c10-5c96-45a7-9902-38ac12776db3" providerId="AD" clId="Web-{E891D210-86CA-3BDB-A18F-B749DF3EC2C1}" dt="2025-06-11T22:56:53.551" v="184" actId="1076"/>
          <ac:spMkLst>
            <pc:docMk/>
            <pc:sldMk cId="3447919696" sldId="288"/>
            <ac:spMk id="10" creationId="{EFC92DC5-5708-4A80-356C-721282341486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0:30.393" v="287" actId="14100"/>
          <ac:spMkLst>
            <pc:docMk/>
            <pc:sldMk cId="3447919696" sldId="288"/>
            <ac:spMk id="13" creationId="{C05C6202-F9CD-4505-B159-FE0735EC7C5F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19:44.720" v="283" actId="20577"/>
          <ac:spMkLst>
            <pc:docMk/>
            <pc:sldMk cId="3447919696" sldId="288"/>
            <ac:spMk id="16" creationId="{EA3A2721-EDC3-84A0-B855-4326C61E47A2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19:56.376" v="285" actId="20577"/>
          <ac:spMkLst>
            <pc:docMk/>
            <pc:sldMk cId="3447919696" sldId="288"/>
            <ac:spMk id="17" creationId="{9C2437F3-F248-E53C-C776-305B733E4A59}"/>
          </ac:spMkLst>
        </pc:spChg>
        <pc:spChg chg="add del mod">
          <ac:chgData name="QuangTung Vo" userId="S::voq47493@hs-regensburg.de::70ca6c10-5c96-45a7-9902-38ac12776db3" providerId="AD" clId="Web-{E891D210-86CA-3BDB-A18F-B749DF3EC2C1}" dt="2025-06-11T22:51:52.899" v="155"/>
          <ac:spMkLst>
            <pc:docMk/>
            <pc:sldMk cId="3447919696" sldId="288"/>
            <ac:spMk id="18" creationId="{06205B07-1ED4-7C38-DCA4-21116CD95182}"/>
          </ac:spMkLst>
        </pc:spChg>
        <pc:picChg chg="del">
          <ac:chgData name="QuangTung Vo" userId="S::voq47493@hs-regensburg.de::70ca6c10-5c96-45a7-9902-38ac12776db3" providerId="AD" clId="Web-{E891D210-86CA-3BDB-A18F-B749DF3EC2C1}" dt="2025-06-11T22:52:55.745" v="158"/>
          <ac:picMkLst>
            <pc:docMk/>
            <pc:sldMk cId="3447919696" sldId="288"/>
            <ac:picMk id="4" creationId="{91276B83-7F51-DA47-ADE1-5650F5C2E96B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53:52.451" v="166" actId="14100"/>
          <ac:picMkLst>
            <pc:docMk/>
            <pc:sldMk cId="3447919696" sldId="288"/>
            <ac:picMk id="19" creationId="{FE8E2DEB-9B72-A838-1C5E-E29E63F8161E}"/>
          </ac:picMkLst>
        </pc:picChg>
      </pc:sldChg>
      <pc:sldChg chg="addSp delSp modSp add replId">
        <pc:chgData name="QuangTung Vo" userId="S::voq47493@hs-regensburg.de::70ca6c10-5c96-45a7-9902-38ac12776db3" providerId="AD" clId="Web-{E891D210-86CA-3BDB-A18F-B749DF3EC2C1}" dt="2025-06-11T23:21:50.302" v="303" actId="20577"/>
        <pc:sldMkLst>
          <pc:docMk/>
          <pc:sldMk cId="3243788257" sldId="289"/>
        </pc:sldMkLst>
        <pc:spChg chg="mod">
          <ac:chgData name="QuangTung Vo" userId="S::voq47493@hs-regensburg.de::70ca6c10-5c96-45a7-9902-38ac12776db3" providerId="AD" clId="Web-{E891D210-86CA-3BDB-A18F-B749DF3EC2C1}" dt="2025-06-11T23:06:05.946" v="214" actId="20577"/>
          <ac:spMkLst>
            <pc:docMk/>
            <pc:sldMk cId="3243788257" sldId="289"/>
            <ac:spMk id="5" creationId="{4C8986F1-D3EB-A0D1-F182-0E8CE21EBC48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02:00.734" v="203" actId="20577"/>
          <ac:spMkLst>
            <pc:docMk/>
            <pc:sldMk cId="3243788257" sldId="289"/>
            <ac:spMk id="6" creationId="{528B27ED-3645-3BFC-2F79-ADDC411B060F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08:00.294" v="219" actId="1076"/>
          <ac:spMkLst>
            <pc:docMk/>
            <pc:sldMk cId="3243788257" sldId="289"/>
            <ac:spMk id="10" creationId="{48ED76BF-61FB-CCF1-6690-9D5CA9E5BDA1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1:50.302" v="303" actId="20577"/>
          <ac:spMkLst>
            <pc:docMk/>
            <pc:sldMk cId="3243788257" sldId="289"/>
            <ac:spMk id="13" creationId="{DFA1816E-6772-EA7B-40D8-F1A0F111E90A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1:15.145" v="292" actId="20577"/>
          <ac:spMkLst>
            <pc:docMk/>
            <pc:sldMk cId="3243788257" sldId="289"/>
            <ac:spMk id="16" creationId="{3C70F673-92C7-16FF-833F-35AFBB8A5A45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1:31.270" v="294" actId="20577"/>
          <ac:spMkLst>
            <pc:docMk/>
            <pc:sldMk cId="3243788257" sldId="289"/>
            <ac:spMk id="17" creationId="{CA72B3A2-889D-6B49-8054-D1BEF3A2B7D2}"/>
          </ac:spMkLst>
        </pc:spChg>
        <pc:picChg chg="add mod">
          <ac:chgData name="QuangTung Vo" userId="S::voq47493@hs-regensburg.de::70ca6c10-5c96-45a7-9902-38ac12776db3" providerId="AD" clId="Web-{E891D210-86CA-3BDB-A18F-B749DF3EC2C1}" dt="2025-06-11T23:12:26.586" v="237" actId="1076"/>
          <ac:picMkLst>
            <pc:docMk/>
            <pc:sldMk cId="3243788257" sldId="289"/>
            <ac:picMk id="2" creationId="{69528F1E-74CA-2CC5-BE33-C4ED586077A9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3:13:14.400" v="243" actId="1076"/>
          <ac:picMkLst>
            <pc:docMk/>
            <pc:sldMk cId="3243788257" sldId="289"/>
            <ac:picMk id="4" creationId="{F62AD973-3BEC-C517-7B1A-50980E9C1F48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3:14:46.263" v="253" actId="1076"/>
          <ac:picMkLst>
            <pc:docMk/>
            <pc:sldMk cId="3243788257" sldId="289"/>
            <ac:picMk id="7" creationId="{B8247845-6A98-585B-80DC-A4067D2C5E91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0:40.519" v="227"/>
          <ac:picMkLst>
            <pc:docMk/>
            <pc:sldMk cId="3243788257" sldId="289"/>
            <ac:picMk id="8" creationId="{DDDA59DC-DFB1-65A7-ED63-04B8E01304D4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4:23.590" v="252"/>
          <ac:picMkLst>
            <pc:docMk/>
            <pc:sldMk cId="3243788257" sldId="289"/>
            <ac:picMk id="14" creationId="{0CD5E15A-7C01-34EE-D8B1-A246B166511C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3:21.056" v="244"/>
          <ac:picMkLst>
            <pc:docMk/>
            <pc:sldMk cId="3243788257" sldId="289"/>
            <ac:picMk id="15" creationId="{05436D3B-358A-254E-7301-4DE695E0B879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3:15:30.967" v="260" actId="1076"/>
          <ac:picMkLst>
            <pc:docMk/>
            <pc:sldMk cId="3243788257" sldId="289"/>
            <ac:picMk id="18" creationId="{B2F87918-3264-23D2-35C2-BC1C28F57913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0:45.035" v="228"/>
          <ac:picMkLst>
            <pc:docMk/>
            <pc:sldMk cId="3243788257" sldId="289"/>
            <ac:picMk id="19" creationId="{D6084F69-3AB2-3B75-C17F-370BA7DC8903}"/>
          </ac:picMkLst>
        </pc:picChg>
        <pc:cxnChg chg="mod">
          <ac:chgData name="QuangTung Vo" userId="S::voq47493@hs-regensburg.de::70ca6c10-5c96-45a7-9902-38ac12776db3" providerId="AD" clId="Web-{E891D210-86CA-3BDB-A18F-B749DF3EC2C1}" dt="2025-06-11T23:11:37.537" v="231" actId="14100"/>
          <ac:cxnSpMkLst>
            <pc:docMk/>
            <pc:sldMk cId="3243788257" sldId="289"/>
            <ac:cxnSpMk id="9" creationId="{D6065F16-E0AF-DB6D-F398-5A1F033A6E32}"/>
          </ac:cxnSpMkLst>
        </pc:cxnChg>
      </pc:sldChg>
    </pc:docChg>
  </pc:docChgLst>
  <pc:docChgLst>
    <pc:chgData name="Max Hubauer" userId="S::hum42185@hs-regensburg.de::4aa4017d-c21c-4067-a375-0aad29452a1b" providerId="AD" clId="Web-{5A329548-7F9D-FA11-41EC-EC97FC988C88}"/>
    <pc:docChg chg="modSld sldOrd">
      <pc:chgData name="Max Hubauer" userId="S::hum42185@hs-regensburg.de::4aa4017d-c21c-4067-a375-0aad29452a1b" providerId="AD" clId="Web-{5A329548-7F9D-FA11-41EC-EC97FC988C88}" dt="2025-06-16T05:40:09.462" v="3"/>
      <pc:docMkLst>
        <pc:docMk/>
      </pc:docMkLst>
      <pc:sldChg chg="ord">
        <pc:chgData name="Max Hubauer" userId="S::hum42185@hs-regensburg.de::4aa4017d-c21c-4067-a375-0aad29452a1b" providerId="AD" clId="Web-{5A329548-7F9D-FA11-41EC-EC97FC988C88}" dt="2025-06-16T05:40:09.462" v="3"/>
        <pc:sldMkLst>
          <pc:docMk/>
          <pc:sldMk cId="3854283771" sldId="284"/>
        </pc:sldMkLst>
      </pc:sldChg>
      <pc:sldChg chg="modSp">
        <pc:chgData name="Max Hubauer" userId="S::hum42185@hs-regensburg.de::4aa4017d-c21c-4067-a375-0aad29452a1b" providerId="AD" clId="Web-{5A329548-7F9D-FA11-41EC-EC97FC988C88}" dt="2025-06-16T05:39:51.352" v="2" actId="20577"/>
        <pc:sldMkLst>
          <pc:docMk/>
          <pc:sldMk cId="3536581845" sldId="285"/>
        </pc:sldMkLst>
        <pc:spChg chg="mod">
          <ac:chgData name="Max Hubauer" userId="S::hum42185@hs-regensburg.de::4aa4017d-c21c-4067-a375-0aad29452a1b" providerId="AD" clId="Web-{5A329548-7F9D-FA11-41EC-EC97FC988C88}" dt="2025-06-16T05:39:51.352" v="2" actId="20577"/>
          <ac:spMkLst>
            <pc:docMk/>
            <pc:sldMk cId="3536581845" sldId="285"/>
            <ac:spMk id="11" creationId="{708CAF93-9957-A92E-4E7B-71D9CA14610C}"/>
          </ac:spMkLst>
        </pc:spChg>
      </pc:sldChg>
    </pc:docChg>
  </pc:docChgLst>
  <pc:docChgLst>
    <pc:chgData name="PhamTuyetNgan Vo" userId="S::vop47519@hs-regensburg.de::6eafc975-32e2-4ed2-b112-6f0b1a0a725d" providerId="AD" clId="Web-{37DEC20C-88C1-A70F-5C43-A78176F49F59}"/>
    <pc:docChg chg="modSld">
      <pc:chgData name="PhamTuyetNgan Vo" userId="S::vop47519@hs-regensburg.de::6eafc975-32e2-4ed2-b112-6f0b1a0a725d" providerId="AD" clId="Web-{37DEC20C-88C1-A70F-5C43-A78176F49F59}" dt="2025-06-17T00:00:15.392" v="320" actId="14100"/>
      <pc:docMkLst>
        <pc:docMk/>
      </pc:docMkLst>
      <pc:sldChg chg="addSp delSp modSp">
        <pc:chgData name="PhamTuyetNgan Vo" userId="S::vop47519@hs-regensburg.de::6eafc975-32e2-4ed2-b112-6f0b1a0a725d" providerId="AD" clId="Web-{37DEC20C-88C1-A70F-5C43-A78176F49F59}" dt="2025-06-16T23:33:30.139" v="210" actId="14100"/>
        <pc:sldMkLst>
          <pc:docMk/>
          <pc:sldMk cId="1526260408" sldId="276"/>
        </pc:sldMkLst>
        <pc:spChg chg="mod">
          <ac:chgData name="PhamTuyetNgan Vo" userId="S::vop47519@hs-regensburg.de::6eafc975-32e2-4ed2-b112-6f0b1a0a725d" providerId="AD" clId="Web-{37DEC20C-88C1-A70F-5C43-A78176F49F59}" dt="2025-06-16T23:01:45.643" v="163" actId="20577"/>
          <ac:spMkLst>
            <pc:docMk/>
            <pc:sldMk cId="1526260408" sldId="276"/>
            <ac:spMk id="6" creationId="{5DE95785-2633-A67A-B924-294C36393E43}"/>
          </ac:spMkLst>
        </pc:spChg>
        <pc:picChg chg="del mod">
          <ac:chgData name="PhamTuyetNgan Vo" userId="S::vop47519@hs-regensburg.de::6eafc975-32e2-4ed2-b112-6f0b1a0a725d" providerId="AD" clId="Web-{37DEC20C-88C1-A70F-5C43-A78176F49F59}" dt="2025-06-16T23:00:56.923" v="152"/>
          <ac:picMkLst>
            <pc:docMk/>
            <pc:sldMk cId="1526260408" sldId="276"/>
            <ac:picMk id="4" creationId="{850144CA-4C77-BAF0-6E44-27EA15B88552}"/>
          </ac:picMkLst>
        </pc:picChg>
        <pc:picChg chg="del mod">
          <ac:chgData name="PhamTuyetNgan Vo" userId="S::vop47519@hs-regensburg.de::6eafc975-32e2-4ed2-b112-6f0b1a0a725d" providerId="AD" clId="Web-{37DEC20C-88C1-A70F-5C43-A78176F49F59}" dt="2025-06-16T22:57:47.401" v="145"/>
          <ac:picMkLst>
            <pc:docMk/>
            <pc:sldMk cId="1526260408" sldId="276"/>
            <ac:picMk id="5" creationId="{FF598DC0-5092-C6B7-1A01-1F64AC8C329A}"/>
          </ac:picMkLst>
        </pc:picChg>
        <pc:picChg chg="del mod">
          <ac:chgData name="PhamTuyetNgan Vo" userId="S::vop47519@hs-regensburg.de::6eafc975-32e2-4ed2-b112-6f0b1a0a725d" providerId="AD" clId="Web-{37DEC20C-88C1-A70F-5C43-A78176F49F59}" dt="2025-06-16T23:07:58.232" v="166"/>
          <ac:picMkLst>
            <pc:docMk/>
            <pc:sldMk cId="1526260408" sldId="276"/>
            <ac:picMk id="7" creationId="{5E5E4B4C-446C-2D57-6AF4-C3BA8CEA3497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11:10.941" v="181" actId="1076"/>
          <ac:picMkLst>
            <pc:docMk/>
            <pc:sldMk cId="1526260408" sldId="276"/>
            <ac:picMk id="8" creationId="{730239BB-836E-C1CF-4667-58DE6B0342F8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12:11.506" v="187" actId="14100"/>
          <ac:picMkLst>
            <pc:docMk/>
            <pc:sldMk cId="1526260408" sldId="276"/>
            <ac:picMk id="9" creationId="{8311E915-7852-A9CB-9EC7-3E6101ADCDEE}"/>
          </ac:picMkLst>
        </pc:picChg>
        <pc:picChg chg="add del mod modCrop">
          <ac:chgData name="PhamTuyetNgan Vo" userId="S::vop47519@hs-regensburg.de::6eafc975-32e2-4ed2-b112-6f0b1a0a725d" providerId="AD" clId="Web-{37DEC20C-88C1-A70F-5C43-A78176F49F59}" dt="2025-06-16T23:10:33.628" v="177"/>
          <ac:picMkLst>
            <pc:docMk/>
            <pc:sldMk cId="1526260408" sldId="276"/>
            <ac:picMk id="10" creationId="{3BCEDCAA-80F9-5772-750F-B5FED7480732}"/>
          </ac:picMkLst>
        </pc:picChg>
        <pc:picChg chg="add del mod">
          <ac:chgData name="PhamTuyetNgan Vo" userId="S::vop47519@hs-regensburg.de::6eafc975-32e2-4ed2-b112-6f0b1a0a725d" providerId="AD" clId="Web-{37DEC20C-88C1-A70F-5C43-A78176F49F59}" dt="2025-06-16T23:32:20.324" v="194"/>
          <ac:picMkLst>
            <pc:docMk/>
            <pc:sldMk cId="1526260408" sldId="276"/>
            <ac:picMk id="11" creationId="{6E352B9D-1251-789E-7E78-AAA468B41033}"/>
          </ac:picMkLst>
        </pc:picChg>
        <pc:picChg chg="add mod modCrop">
          <ac:chgData name="PhamTuyetNgan Vo" userId="S::vop47519@hs-regensburg.de::6eafc975-32e2-4ed2-b112-6f0b1a0a725d" providerId="AD" clId="Web-{37DEC20C-88C1-A70F-5C43-A78176F49F59}" dt="2025-06-16T23:33:30.139" v="210" actId="14100"/>
          <ac:picMkLst>
            <pc:docMk/>
            <pc:sldMk cId="1526260408" sldId="276"/>
            <ac:picMk id="12" creationId="{5B8C2247-1A07-C932-9EA0-C931502587FB}"/>
          </ac:picMkLst>
        </pc:picChg>
      </pc:sldChg>
      <pc:sldChg chg="addSp delSp modSp">
        <pc:chgData name="PhamTuyetNgan Vo" userId="S::vop47519@hs-regensburg.de::6eafc975-32e2-4ed2-b112-6f0b1a0a725d" providerId="AD" clId="Web-{37DEC20C-88C1-A70F-5C43-A78176F49F59}" dt="2025-06-16T22:00:27.025" v="135"/>
        <pc:sldMkLst>
          <pc:docMk/>
          <pc:sldMk cId="3608717991" sldId="286"/>
        </pc:sldMkLst>
        <pc:spChg chg="mod">
          <ac:chgData name="PhamTuyetNgan Vo" userId="S::vop47519@hs-regensburg.de::6eafc975-32e2-4ed2-b112-6f0b1a0a725d" providerId="AD" clId="Web-{37DEC20C-88C1-A70F-5C43-A78176F49F59}" dt="2025-06-16T21:53:24.012" v="102" actId="1076"/>
          <ac:spMkLst>
            <pc:docMk/>
            <pc:sldMk cId="3608717991" sldId="286"/>
            <ac:spMk id="2" creationId="{0829DEE5-3E45-4DB7-C70A-75B5B6F6F7DF}"/>
          </ac:spMkLst>
        </pc:spChg>
        <pc:spChg chg="add mod">
          <ac:chgData name="PhamTuyetNgan Vo" userId="S::vop47519@hs-regensburg.de::6eafc975-32e2-4ed2-b112-6f0b1a0a725d" providerId="AD" clId="Web-{37DEC20C-88C1-A70F-5C43-A78176F49F59}" dt="2025-06-16T21:55:53.549" v="133" actId="14100"/>
          <ac:spMkLst>
            <pc:docMk/>
            <pc:sldMk cId="3608717991" sldId="286"/>
            <ac:spMk id="4" creationId="{AE7AA639-76EE-2E21-CB79-0FB4A8917339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1:55:40.798" v="128" actId="1076"/>
          <ac:picMkLst>
            <pc:docMk/>
            <pc:sldMk cId="3608717991" sldId="286"/>
            <ac:picMk id="5" creationId="{A680A75B-0527-B063-569C-3BAA9B21A2EF}"/>
          </ac:picMkLst>
        </pc:picChg>
        <pc:picChg chg="add del mod">
          <ac:chgData name="PhamTuyetNgan Vo" userId="S::vop47519@hs-regensburg.de::6eafc975-32e2-4ed2-b112-6f0b1a0a725d" providerId="AD" clId="Web-{37DEC20C-88C1-A70F-5C43-A78176F49F59}" dt="2025-06-16T22:00:27.025" v="135"/>
          <ac:picMkLst>
            <pc:docMk/>
            <pc:sldMk cId="3608717991" sldId="286"/>
            <ac:picMk id="6" creationId="{40187235-DA84-2F5B-04E0-42843DD42204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1:38:20.033" v="99" actId="14100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37DEC20C-88C1-A70F-5C43-A78176F49F59}" dt="2025-06-16T21:37:55.157" v="96" actId="1076"/>
          <ac:spMkLst>
            <pc:docMk/>
            <pc:sldMk cId="2166999962" sldId="287"/>
            <ac:spMk id="2" creationId="{E31C5609-03E2-7049-96C7-24A818751D1F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1:38:20.033" v="99" actId="14100"/>
          <ac:picMkLst>
            <pc:docMk/>
            <pc:sldMk cId="2166999962" sldId="287"/>
            <ac:picMk id="7" creationId="{468EF573-BC03-544B-23B7-8D0A357AFD9F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3:28:23.004" v="190" actId="1076"/>
        <pc:sldMkLst>
          <pc:docMk/>
          <pc:sldMk cId="3447919696" sldId="288"/>
        </pc:sldMkLst>
        <pc:spChg chg="mod">
          <ac:chgData name="PhamTuyetNgan Vo" userId="S::vop47519@hs-regensburg.de::6eafc975-32e2-4ed2-b112-6f0b1a0a725d" providerId="AD" clId="Web-{37DEC20C-88C1-A70F-5C43-A78176F49F59}" dt="2025-06-16T23:13:11.851" v="189"/>
          <ac:spMkLst>
            <pc:docMk/>
            <pc:sldMk cId="3447919696" sldId="288"/>
            <ac:spMk id="17" creationId="{9C2437F3-F248-E53C-C776-305B733E4A59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3:28:23.004" v="190" actId="1076"/>
          <ac:picMkLst>
            <pc:docMk/>
            <pc:sldMk cId="3447919696" sldId="288"/>
            <ac:picMk id="23" creationId="{1684257D-FA4D-BB33-1071-139B09CA9252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1:33:03.884" v="69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37DEC20C-88C1-A70F-5C43-A78176F49F59}" dt="2025-06-16T21:32:56.618" v="68" actId="20577"/>
          <ac:spMkLst>
            <pc:docMk/>
            <pc:sldMk cId="1661072374" sldId="291"/>
            <ac:spMk id="2" creationId="{9A17FE64-F2E6-4CAD-0F39-62483460C158}"/>
          </ac:spMkLst>
        </pc:spChg>
        <pc:graphicFrameChg chg="mod">
          <ac:chgData name="PhamTuyetNgan Vo" userId="S::vop47519@hs-regensburg.de::6eafc975-32e2-4ed2-b112-6f0b1a0a725d" providerId="AD" clId="Web-{37DEC20C-88C1-A70F-5C43-A78176F49F59}" dt="2025-06-16T21:33:03.884" v="69" actId="1076"/>
          <ac:graphicFrameMkLst>
            <pc:docMk/>
            <pc:sldMk cId="1661072374" sldId="291"/>
            <ac:graphicFrameMk id="4" creationId="{D52C7F8B-FAC2-6E1C-B85E-756260B89698}"/>
          </ac:graphicFrameMkLst>
        </pc:graphicFrameChg>
      </pc:sldChg>
      <pc:sldChg chg="modSp">
        <pc:chgData name="PhamTuyetNgan Vo" userId="S::vop47519@hs-regensburg.de::6eafc975-32e2-4ed2-b112-6f0b1a0a725d" providerId="AD" clId="Web-{37DEC20C-88C1-A70F-5C43-A78176F49F59}" dt="2025-06-16T21:36:45.124" v="85" actId="14100"/>
        <pc:sldMkLst>
          <pc:docMk/>
          <pc:sldMk cId="4127024289" sldId="292"/>
        </pc:sldMkLst>
        <pc:spChg chg="mod">
          <ac:chgData name="PhamTuyetNgan Vo" userId="S::vop47519@hs-regensburg.de::6eafc975-32e2-4ed2-b112-6f0b1a0a725d" providerId="AD" clId="Web-{37DEC20C-88C1-A70F-5C43-A78176F49F59}" dt="2025-06-16T21:33:19.228" v="73" actId="20577"/>
          <ac:spMkLst>
            <pc:docMk/>
            <pc:sldMk cId="4127024289" sldId="292"/>
            <ac:spMk id="2" creationId="{000BFBA7-5F0C-D355-438B-6D5CB7ACD1B3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16:49.730" v="3" actId="14100"/>
          <ac:spMkLst>
            <pc:docMk/>
            <pc:sldMk cId="4127024289" sldId="292"/>
            <ac:spMk id="5" creationId="{261AFE06-C89C-74BF-8C92-3B11F3D065E4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34:56.324" v="77" actId="1076"/>
          <ac:spMkLst>
            <pc:docMk/>
            <pc:sldMk cId="4127024289" sldId="292"/>
            <ac:spMk id="7" creationId="{5B586CDE-EC1A-2A69-9491-903C6DF4C583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20:20.283" v="13" actId="20577"/>
          <ac:spMkLst>
            <pc:docMk/>
            <pc:sldMk cId="4127024289" sldId="292"/>
            <ac:spMk id="8" creationId="{7B223761-5937-AC03-F317-3FC99DAB27E8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22:09.239" v="29" actId="1076"/>
          <ac:spMkLst>
            <pc:docMk/>
            <pc:sldMk cId="4127024289" sldId="292"/>
            <ac:spMk id="1055" creationId="{7B50AF5B-3665-A1F6-41DB-38DF6571F797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35:25.731" v="80" actId="1076"/>
          <ac:spMkLst>
            <pc:docMk/>
            <pc:sldMk cId="4127024289" sldId="292"/>
            <ac:spMk id="1056" creationId="{ED0FD6C4-5B1D-CFDC-90D9-CB37D31C5B41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29:54.298" v="52" actId="1076"/>
          <ac:spMkLst>
            <pc:docMk/>
            <pc:sldMk cId="4127024289" sldId="292"/>
            <ac:spMk id="1057" creationId="{244FFF02-471D-BBB9-014E-915EF8B2747E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1:30:05.814" v="53" actId="1076"/>
          <ac:picMkLst>
            <pc:docMk/>
            <pc:sldMk cId="4127024289" sldId="292"/>
            <ac:picMk id="4" creationId="{BC502FD8-2C7B-35EF-7857-A1AD6E818023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6:11.733" v="81" actId="1076"/>
          <ac:picMkLst>
            <pc:docMk/>
            <pc:sldMk cId="4127024289" sldId="292"/>
            <ac:picMk id="6" creationId="{472678E6-DE82-FA61-2B86-5D66451768A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6:35.999" v="84" actId="14100"/>
          <ac:picMkLst>
            <pc:docMk/>
            <pc:sldMk cId="4127024289" sldId="292"/>
            <ac:picMk id="9" creationId="{05203011-16B9-348A-F9D6-73BE0DA85FEB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5:13.544" v="79" actId="1076"/>
          <ac:picMkLst>
            <pc:docMk/>
            <pc:sldMk cId="4127024289" sldId="292"/>
            <ac:picMk id="10" creationId="{026CECFB-7991-893D-A00D-11052B8EF972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6:45.124" v="85" actId="14100"/>
          <ac:picMkLst>
            <pc:docMk/>
            <pc:sldMk cId="4127024289" sldId="292"/>
            <ac:picMk id="11" creationId="{18A08587-921A-DAB8-5299-1570D68F6E0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5:09.512" v="78" actId="1076"/>
          <ac:picMkLst>
            <pc:docMk/>
            <pc:sldMk cId="4127024289" sldId="292"/>
            <ac:picMk id="12" creationId="{00334F71-6C95-4056-C794-221BC8B7FE81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1:37:23.859" v="90" actId="1076"/>
        <pc:sldMkLst>
          <pc:docMk/>
          <pc:sldMk cId="4257539562" sldId="293"/>
        </pc:sldMkLst>
        <pc:spChg chg="mod">
          <ac:chgData name="PhamTuyetNgan Vo" userId="S::vop47519@hs-regensburg.de::6eafc975-32e2-4ed2-b112-6f0b1a0a725d" providerId="AD" clId="Web-{37DEC20C-88C1-A70F-5C43-A78176F49F59}" dt="2025-06-16T21:37:23.859" v="90" actId="1076"/>
          <ac:spMkLst>
            <pc:docMk/>
            <pc:sldMk cId="4257539562" sldId="293"/>
            <ac:spMk id="2" creationId="{4FE5DF84-4710-C7C3-E602-71B9BA5DFFB8}"/>
          </ac:spMkLst>
        </pc:spChg>
      </pc:sldChg>
      <pc:sldChg chg="addSp delSp modSp">
        <pc:chgData name="PhamTuyetNgan Vo" userId="S::vop47519@hs-regensburg.de::6eafc975-32e2-4ed2-b112-6f0b1a0a725d" providerId="AD" clId="Web-{37DEC20C-88C1-A70F-5C43-A78176F49F59}" dt="2025-06-17T00:00:15.392" v="320" actId="14100"/>
        <pc:sldMkLst>
          <pc:docMk/>
          <pc:sldMk cId="2113395588" sldId="294"/>
        </pc:sldMkLst>
        <pc:spChg chg="mod">
          <ac:chgData name="PhamTuyetNgan Vo" userId="S::vop47519@hs-regensburg.de::6eafc975-32e2-4ed2-b112-6f0b1a0a725d" providerId="AD" clId="Web-{37DEC20C-88C1-A70F-5C43-A78176F49F59}" dt="2025-06-17T00:00:15.392" v="320" actId="14100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3:46:04.052" v="265" actId="1076"/>
          <ac:spMkLst>
            <pc:docMk/>
            <pc:sldMk cId="2113395588" sldId="294"/>
            <ac:spMk id="12" creationId="{42D77650-E091-A41B-489C-F43ECFC293E3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3:38:25.773" v="220" actId="1076"/>
          <ac:spMkLst>
            <pc:docMk/>
            <pc:sldMk cId="2113395588" sldId="294"/>
            <ac:spMk id="24" creationId="{DAA0E6E3-E75A-3524-B04D-3748EEBE81CD}"/>
          </ac:spMkLst>
        </pc:spChg>
        <pc:picChg chg="add del mod">
          <ac:chgData name="PhamTuyetNgan Vo" userId="S::vop47519@hs-regensburg.de::6eafc975-32e2-4ed2-b112-6f0b1a0a725d" providerId="AD" clId="Web-{37DEC20C-88C1-A70F-5C43-A78176F49F59}" dt="2025-06-17T00:00:10.673" v="319"/>
          <ac:picMkLst>
            <pc:docMk/>
            <pc:sldMk cId="2113395588" sldId="294"/>
            <ac:picMk id="5" creationId="{F5B12D34-2ADE-B105-8CAF-0782049D3964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2:56.984" v="248" actId="1076"/>
          <ac:picMkLst>
            <pc:docMk/>
            <pc:sldMk cId="2113395588" sldId="294"/>
            <ac:picMk id="7" creationId="{248CE651-D5A1-86B5-ED12-551BBB61282A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57:19.480" v="317" actId="1076"/>
          <ac:picMkLst>
            <pc:docMk/>
            <pc:sldMk cId="2113395588" sldId="294"/>
            <ac:picMk id="15" creationId="{6DEF43D2-4307-6806-873E-131B8CEC4A4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5:31.426" v="263" actId="1076"/>
          <ac:picMkLst>
            <pc:docMk/>
            <pc:sldMk cId="2113395588" sldId="294"/>
            <ac:picMk id="19" creationId="{19406AF1-5995-2AA2-F72B-3BE46DA083CA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3:35.329" v="251" actId="1076"/>
          <ac:picMkLst>
            <pc:docMk/>
            <pc:sldMk cId="2113395588" sldId="294"/>
            <ac:picMk id="20" creationId="{C98F0991-13ED-6D6E-8AB2-796385BBCE8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6:12.896" v="266" actId="1076"/>
          <ac:picMkLst>
            <pc:docMk/>
            <pc:sldMk cId="2113395588" sldId="294"/>
            <ac:picMk id="21" creationId="{E99525E6-E733-0E35-DAA8-61FB6E627DC3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3:32.657" v="250" actId="1076"/>
          <ac:picMkLst>
            <pc:docMk/>
            <pc:sldMk cId="2113395588" sldId="294"/>
            <ac:picMk id="22" creationId="{6D4F7494-005A-C0B6-C58B-9237E48C1593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2:24.499" v="247" actId="1076"/>
          <ac:picMkLst>
            <pc:docMk/>
            <pc:sldMk cId="2113395588" sldId="294"/>
            <ac:picMk id="23" creationId="{0D49AFD4-428B-C99E-57CC-D95DEA2910E7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57:24.371" v="318" actId="1076"/>
          <ac:picMkLst>
            <pc:docMk/>
            <pc:sldMk cId="2113395588" sldId="294"/>
            <ac:picMk id="26" creationId="{BE7D040A-4B57-52F3-42DF-AE1F98602C0A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54:49.429" v="307" actId="1076"/>
          <ac:picMkLst>
            <pc:docMk/>
            <pc:sldMk cId="2113395588" sldId="294"/>
            <ac:picMk id="28" creationId="{3B43E04F-161B-F57A-A019-6ED395F5D08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3:29.126" v="249" actId="1076"/>
          <ac:picMkLst>
            <pc:docMk/>
            <pc:sldMk cId="2113395588" sldId="294"/>
            <ac:picMk id="29" creationId="{9CCEF038-5534-71FC-6D9F-5596D6C553EB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4:49.550" v="260" actId="14100"/>
          <ac:picMkLst>
            <pc:docMk/>
            <pc:sldMk cId="2113395588" sldId="294"/>
            <ac:picMk id="31" creationId="{5F6257BF-FD21-F555-E9B0-E5DB766A9A57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4:54.347" v="262" actId="1076"/>
          <ac:picMkLst>
            <pc:docMk/>
            <pc:sldMk cId="2113395588" sldId="294"/>
            <ac:picMk id="32" creationId="{0A7B2666-680B-852C-63AC-0AA08BB0E175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6:22.397" v="267" actId="1076"/>
          <ac:picMkLst>
            <pc:docMk/>
            <pc:sldMk cId="2113395588" sldId="294"/>
            <ac:picMk id="33" creationId="{C82EB8F4-EC2F-73D5-009F-26657E8CC0B7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3:28:29.723" v="191" actId="1076"/>
        <pc:sldMkLst>
          <pc:docMk/>
          <pc:sldMk cId="1811862505" sldId="300"/>
        </pc:sldMkLst>
        <pc:picChg chg="mod">
          <ac:chgData name="PhamTuyetNgan Vo" userId="S::vop47519@hs-regensburg.de::6eafc975-32e2-4ed2-b112-6f0b1a0a725d" providerId="AD" clId="Web-{37DEC20C-88C1-A70F-5C43-A78176F49F59}" dt="2025-06-16T23:28:29.723" v="191" actId="1076"/>
          <ac:picMkLst>
            <pc:docMk/>
            <pc:sldMk cId="1811862505" sldId="300"/>
            <ac:picMk id="13" creationId="{09B99CBA-CCAA-7DE3-5A5D-EA70D7DEDA16}"/>
          </ac:picMkLst>
        </pc:picChg>
      </pc:sldChg>
    </pc:docChg>
  </pc:docChgLst>
  <pc:docChgLst>
    <pc:chgData name="PhamTuyetNgan Vo" userId="S::vop47519@hs-regensburg.de::6eafc975-32e2-4ed2-b112-6f0b1a0a725d" providerId="AD" clId="Web-{E825C64B-A10A-8FE9-4B39-E03E2A60BF84}"/>
    <pc:docChg chg="addSld delSld modSld sldOrd modSection">
      <pc:chgData name="PhamTuyetNgan Vo" userId="S::vop47519@hs-regensburg.de::6eafc975-32e2-4ed2-b112-6f0b1a0a725d" providerId="AD" clId="Web-{E825C64B-A10A-8FE9-4B39-E03E2A60BF84}" dt="2025-06-16T21:04:09.257" v="2006" actId="14100"/>
      <pc:docMkLst>
        <pc:docMk/>
      </pc:docMkLst>
      <pc:sldChg chg="addSp delSp modSp mod setBg">
        <pc:chgData name="PhamTuyetNgan Vo" userId="S::vop47519@hs-regensburg.de::6eafc975-32e2-4ed2-b112-6f0b1a0a725d" providerId="AD" clId="Web-{E825C64B-A10A-8FE9-4B39-E03E2A60BF84}" dt="2025-06-16T18:05:18.347" v="1787" actId="14100"/>
        <pc:sldMkLst>
          <pc:docMk/>
          <pc:sldMk cId="1115697934" sldId="259"/>
        </pc:sldMkLst>
        <pc:spChg chg="mod">
          <ac:chgData name="PhamTuyetNgan Vo" userId="S::vop47519@hs-regensburg.de::6eafc975-32e2-4ed2-b112-6f0b1a0a725d" providerId="AD" clId="Web-{E825C64B-A10A-8FE9-4B39-E03E2A60BF84}" dt="2025-06-16T17:34:26.044" v="1597" actId="1076"/>
          <ac:spMkLst>
            <pc:docMk/>
            <pc:sldMk cId="1115697934" sldId="259"/>
            <ac:spMk id="5" creationId="{8F945C36-F7B5-2B18-10A1-172C279D0AED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7:34:08.497" v="1594" actId="1076"/>
          <ac:spMkLst>
            <pc:docMk/>
            <pc:sldMk cId="1115697934" sldId="259"/>
            <ac:spMk id="6" creationId="{ABE7E4D8-BBA4-7BF1-4A10-82763ACDF5A7}"/>
          </ac:spMkLst>
        </pc:spChg>
        <pc:picChg chg="del">
          <ac:chgData name="PhamTuyetNgan Vo" userId="S::vop47519@hs-regensburg.de::6eafc975-32e2-4ed2-b112-6f0b1a0a725d" providerId="AD" clId="Web-{E825C64B-A10A-8FE9-4B39-E03E2A60BF84}" dt="2025-06-16T17:28:15.655" v="1564"/>
          <ac:picMkLst>
            <pc:docMk/>
            <pc:sldMk cId="1115697934" sldId="259"/>
            <ac:picMk id="3" creationId="{6A7279CB-028F-FF78-1A2B-176FB029B90B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4:44.220" v="1786" actId="14100"/>
          <ac:picMkLst>
            <pc:docMk/>
            <pc:sldMk cId="1115697934" sldId="259"/>
            <ac:picMk id="7" creationId="{356B05E5-8002-139A-1E90-0A325CE1B8C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5:18.347" v="1787" actId="14100"/>
          <ac:picMkLst>
            <pc:docMk/>
            <pc:sldMk cId="1115697934" sldId="259"/>
            <ac:picMk id="8" creationId="{63C71789-DF3C-E443-1FAA-2520701F143B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8:04:41.361" v="1784"/>
          <ac:picMkLst>
            <pc:docMk/>
            <pc:sldMk cId="1115697934" sldId="259"/>
            <ac:picMk id="9" creationId="{40792F83-9AE4-6CC4-000B-99C51159F1A2}"/>
          </ac:picMkLst>
        </pc:picChg>
      </pc:sldChg>
      <pc:sldChg chg="addSp delSp modSp">
        <pc:chgData name="PhamTuyetNgan Vo" userId="S::vop47519@hs-regensburg.de::6eafc975-32e2-4ed2-b112-6f0b1a0a725d" providerId="AD" clId="Web-{E825C64B-A10A-8FE9-4B39-E03E2A60BF84}" dt="2025-06-16T18:29:58.885" v="1810"/>
        <pc:sldMkLst>
          <pc:docMk/>
          <pc:sldMk cId="176158537" sldId="274"/>
        </pc:sldMkLst>
        <pc:graphicFrameChg chg="mod modGraphic">
          <ac:chgData name="PhamTuyetNgan Vo" userId="S::vop47519@hs-regensburg.de::6eafc975-32e2-4ed2-b112-6f0b1a0a725d" providerId="AD" clId="Web-{E825C64B-A10A-8FE9-4B39-E03E2A60BF84}" dt="2025-06-16T18:29:58.885" v="1810"/>
          <ac:graphicFrameMkLst>
            <pc:docMk/>
            <pc:sldMk cId="176158537" sldId="274"/>
            <ac:graphicFrameMk id="5" creationId="{E5C0016D-08E0-68F0-7926-C5B636BDA845}"/>
          </ac:graphicFrameMkLst>
        </pc:graphicFrameChg>
        <pc:picChg chg="add del mod">
          <ac:chgData name="PhamTuyetNgan Vo" userId="S::vop47519@hs-regensburg.de::6eafc975-32e2-4ed2-b112-6f0b1a0a725d" providerId="AD" clId="Web-{E825C64B-A10A-8FE9-4B39-E03E2A60BF84}" dt="2025-06-16T17:56:29.608" v="1721"/>
          <ac:picMkLst>
            <pc:docMk/>
            <pc:sldMk cId="176158537" sldId="274"/>
            <ac:picMk id="2" creationId="{E9C1B444-EA73-E324-3C0C-52078AD05BF2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54:03.650" v="1702"/>
          <ac:picMkLst>
            <pc:docMk/>
            <pc:sldMk cId="176158537" sldId="274"/>
            <ac:picMk id="4" creationId="{F021132D-6E16-A576-2054-49630B9AC5C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8:01:20.088" v="1751" actId="1076"/>
          <ac:picMkLst>
            <pc:docMk/>
            <pc:sldMk cId="176158537" sldId="274"/>
            <ac:picMk id="6" creationId="{F7D25176-31D1-E5F4-088B-84EEA20BB3E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8:01:21.416" v="1752" actId="1076"/>
          <ac:picMkLst>
            <pc:docMk/>
            <pc:sldMk cId="176158537" sldId="274"/>
            <ac:picMk id="7" creationId="{C6AA33B8-DF45-436E-5D11-FE93CDFF1FBC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1:29.526" v="1754" actId="1076"/>
          <ac:picMkLst>
            <pc:docMk/>
            <pc:sldMk cId="176158537" sldId="274"/>
            <ac:picMk id="9" creationId="{EE979CE3-41F7-9471-4190-E96CB239D3EE}"/>
          </ac:picMkLst>
        </pc:picChg>
      </pc:sldChg>
      <pc:sldChg chg="addSp delSp modSp mod setBg">
        <pc:chgData name="PhamTuyetNgan Vo" userId="S::vop47519@hs-regensburg.de::6eafc975-32e2-4ed2-b112-6f0b1a0a725d" providerId="AD" clId="Web-{E825C64B-A10A-8FE9-4B39-E03E2A60BF84}" dt="2025-06-16T17:53:54.009" v="1701" actId="14100"/>
        <pc:sldMkLst>
          <pc:docMk/>
          <pc:sldMk cId="349166377" sldId="275"/>
        </pc:sldMkLst>
        <pc:spChg chg="mod">
          <ac:chgData name="PhamTuyetNgan Vo" userId="S::vop47519@hs-regensburg.de::6eafc975-32e2-4ed2-b112-6f0b1a0a725d" providerId="AD" clId="Web-{E825C64B-A10A-8FE9-4B39-E03E2A60BF84}" dt="2025-06-16T17:53:34.415" v="1695" actId="14100"/>
          <ac:spMkLst>
            <pc:docMk/>
            <pc:sldMk cId="349166377" sldId="275"/>
            <ac:spMk id="7" creationId="{57BBA451-3B7A-540E-9C92-9355CB6AED8E}"/>
          </ac:spMkLst>
        </pc:spChg>
        <pc:picChg chg="del">
          <ac:chgData name="PhamTuyetNgan Vo" userId="S::vop47519@hs-regensburg.de::6eafc975-32e2-4ed2-b112-6f0b1a0a725d" providerId="AD" clId="Web-{E825C64B-A10A-8FE9-4B39-E03E2A60BF84}" dt="2025-06-16T17:35:30.140" v="1600"/>
          <ac:picMkLst>
            <pc:docMk/>
            <pc:sldMk cId="349166377" sldId="275"/>
            <ac:picMk id="4" creationId="{8E34386D-A7F8-F22C-D815-D0D34F5DE39B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38:51.101" v="1609"/>
          <ac:picMkLst>
            <pc:docMk/>
            <pc:sldMk cId="349166377" sldId="275"/>
            <ac:picMk id="5" creationId="{BBD3E00F-592C-C09E-41C3-65D202A79DAD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51:37.414" v="1673"/>
          <ac:picMkLst>
            <pc:docMk/>
            <pc:sldMk cId="349166377" sldId="275"/>
            <ac:picMk id="6" creationId="{CE108800-F3F7-2B5E-DF55-45B425FA3A07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50:06.219" v="1663"/>
          <ac:picMkLst>
            <pc:docMk/>
            <pc:sldMk cId="349166377" sldId="275"/>
            <ac:picMk id="8" creationId="{F6F2CE95-61BE-117A-7C2F-CAD3C9FBBF30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46:29.774" v="1648"/>
          <ac:picMkLst>
            <pc:docMk/>
            <pc:sldMk cId="349166377" sldId="275"/>
            <ac:picMk id="9" creationId="{416D40A0-F177-6703-94B7-C548E87D2EE7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48:28.481" v="1656"/>
          <ac:picMkLst>
            <pc:docMk/>
            <pc:sldMk cId="349166377" sldId="275"/>
            <ac:picMk id="10" creationId="{4F02E4B9-10BF-D375-CBB1-0268D50FC459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53:54.009" v="1701" actId="14100"/>
          <ac:picMkLst>
            <pc:docMk/>
            <pc:sldMk cId="349166377" sldId="275"/>
            <ac:picMk id="11" creationId="{EFD9389E-861B-A6AE-8619-714197B63E3D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53:50.868" v="1700" actId="14100"/>
          <ac:picMkLst>
            <pc:docMk/>
            <pc:sldMk cId="349166377" sldId="275"/>
            <ac:picMk id="12" creationId="{7676D73F-18C6-66C5-672E-2EC704DD9FED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53:48.337" v="1699" actId="14100"/>
          <ac:picMkLst>
            <pc:docMk/>
            <pc:sldMk cId="349166377" sldId="275"/>
            <ac:picMk id="13" creationId="{8BD986CA-D09F-ED6D-7295-9A43BA5A6A6F}"/>
          </ac:picMkLst>
        </pc:picChg>
      </pc:sldChg>
      <pc:sldChg chg="del">
        <pc:chgData name="PhamTuyetNgan Vo" userId="S::vop47519@hs-regensburg.de::6eafc975-32e2-4ed2-b112-6f0b1a0a725d" providerId="AD" clId="Web-{E825C64B-A10A-8FE9-4B39-E03E2A60BF84}" dt="2025-06-16T15:41:45.268" v="1063"/>
        <pc:sldMkLst>
          <pc:docMk/>
          <pc:sldMk cId="2205569032" sldId="278"/>
        </pc:sldMkLst>
      </pc:sldChg>
      <pc:sldChg chg="modSp">
        <pc:chgData name="PhamTuyetNgan Vo" userId="S::vop47519@hs-regensburg.de::6eafc975-32e2-4ed2-b112-6f0b1a0a725d" providerId="AD" clId="Web-{E825C64B-A10A-8FE9-4B39-E03E2A60BF84}" dt="2025-06-16T20:52:33.653" v="1947" actId="20577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E825C64B-A10A-8FE9-4B39-E03E2A60BF84}" dt="2025-06-16T20:52:33.653" v="1947" actId="20577"/>
          <ac:spMkLst>
            <pc:docMk/>
            <pc:sldMk cId="2166999962" sldId="287"/>
            <ac:spMk id="5" creationId="{28D35578-5B11-CA01-F659-F2B96792D269}"/>
          </ac:spMkLst>
        </pc:spChg>
      </pc:sldChg>
      <pc:sldChg chg="addSp delSp modSp mod ord setBg">
        <pc:chgData name="PhamTuyetNgan Vo" userId="S::vop47519@hs-regensburg.de::6eafc975-32e2-4ed2-b112-6f0b1a0a725d" providerId="AD" clId="Web-{E825C64B-A10A-8FE9-4B39-E03E2A60BF84}" dt="2025-06-16T20:51:24.057" v="1944" actId="1076"/>
        <pc:sldMkLst>
          <pc:docMk/>
          <pc:sldMk cId="3447919696" sldId="288"/>
        </pc:sldMkLst>
        <pc:spChg chg="mod">
          <ac:chgData name="PhamTuyetNgan Vo" userId="S::vop47519@hs-regensburg.de::6eafc975-32e2-4ed2-b112-6f0b1a0a725d" providerId="AD" clId="Web-{E825C64B-A10A-8FE9-4B39-E03E2A60BF84}" dt="2025-06-16T18:37:21.808" v="1861" actId="1076"/>
          <ac:spMkLst>
            <pc:docMk/>
            <pc:sldMk cId="3447919696" sldId="288"/>
            <ac:spMk id="5" creationId="{237D9E64-45CA-8692-9084-F264EEE7FB41}"/>
          </ac:spMkLst>
        </pc:spChg>
        <pc:spChg chg="del">
          <ac:chgData name="PhamTuyetNgan Vo" userId="S::vop47519@hs-regensburg.de::6eafc975-32e2-4ed2-b112-6f0b1a0a725d" providerId="AD" clId="Web-{E825C64B-A10A-8FE9-4B39-E03E2A60BF84}" dt="2025-06-16T11:11:50.096" v="119"/>
          <ac:spMkLst>
            <pc:docMk/>
            <pc:sldMk cId="3447919696" sldId="288"/>
            <ac:spMk id="5" creationId="{EB589B8C-2325-838D-C40E-78B3333BEE4C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1:11:59.097" v="122"/>
          <ac:spMkLst>
            <pc:docMk/>
            <pc:sldMk cId="3447919696" sldId="288"/>
            <ac:spMk id="10" creationId="{EFC92DC5-5708-4A80-356C-721282341486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41:28.988" v="1897" actId="1076"/>
          <ac:spMkLst>
            <pc:docMk/>
            <pc:sldMk cId="3447919696" sldId="288"/>
            <ac:spMk id="11" creationId="{1DBC64E7-AEF8-8FB8-DD4F-30B1BFA81032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41:07.815" v="1893" actId="1076"/>
          <ac:spMkLst>
            <pc:docMk/>
            <pc:sldMk cId="3447919696" sldId="288"/>
            <ac:spMk id="12" creationId="{A2F49847-5DBE-8085-82FC-CDC914B67E18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1:11:39.580" v="117"/>
          <ac:spMkLst>
            <pc:docMk/>
            <pc:sldMk cId="3447919696" sldId="288"/>
            <ac:spMk id="13" creationId="{C05C6202-F9CD-4505-B159-FE0735EC7C5F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1:12:03.596" v="125"/>
          <ac:spMkLst>
            <pc:docMk/>
            <pc:sldMk cId="3447919696" sldId="288"/>
            <ac:spMk id="16" creationId="{EA3A2721-EDC3-84A0-B855-4326C61E47A2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31:27.684" v="1863" actId="1076"/>
          <ac:spMkLst>
            <pc:docMk/>
            <pc:sldMk cId="3447919696" sldId="288"/>
            <ac:spMk id="17" creationId="{9C2437F3-F248-E53C-C776-305B733E4A59}"/>
          </ac:spMkLst>
        </pc:spChg>
        <pc:picChg chg="add mod">
          <ac:chgData name="PhamTuyetNgan Vo" userId="S::vop47519@hs-regensburg.de::6eafc975-32e2-4ed2-b112-6f0b1a0a725d" providerId="AD" clId="Web-{E825C64B-A10A-8FE9-4B39-E03E2A60BF84}" dt="2025-06-16T20:41:26.238" v="1896" actId="1076"/>
          <ac:picMkLst>
            <pc:docMk/>
            <pc:sldMk cId="3447919696" sldId="288"/>
            <ac:picMk id="2" creationId="{08669F75-B0A4-37D9-E232-3CB4D5D5E62E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2:21.662" v="1901" actId="1076"/>
          <ac:picMkLst>
            <pc:docMk/>
            <pc:sldMk cId="3447919696" sldId="288"/>
            <ac:picMk id="4" creationId="{ADB159AF-EC75-9DAA-1949-3A4D8667F81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51:08.244" v="1941" actId="1076"/>
          <ac:picMkLst>
            <pc:docMk/>
            <pc:sldMk cId="3447919696" sldId="288"/>
            <ac:picMk id="7" creationId="{40A0F737-A17B-617B-28C8-BDC5C4688006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33:15.002" v="169"/>
          <ac:picMkLst>
            <pc:docMk/>
            <pc:sldMk cId="3447919696" sldId="288"/>
            <ac:picMk id="7" creationId="{76AE3CB6-5C15-8300-1742-DF48AC3E6CC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45.252" v="1889" actId="1076"/>
          <ac:picMkLst>
            <pc:docMk/>
            <pc:sldMk cId="3447919696" sldId="288"/>
            <ac:picMk id="8" creationId="{15CBB997-FE6F-BA56-AC8D-D3164C7DB22D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36:28.759" v="176"/>
          <ac:picMkLst>
            <pc:docMk/>
            <pc:sldMk cId="3447919696" sldId="288"/>
            <ac:picMk id="8" creationId="{580D3814-782C-3177-52ED-94A00FB0A5BD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5:23:40.108" v="970"/>
          <ac:picMkLst>
            <pc:docMk/>
            <pc:sldMk cId="3447919696" sldId="288"/>
            <ac:picMk id="8" creationId="{FE11228F-0E35-EA3B-73BB-6C91ABAC4F54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5:25:35.221" v="981"/>
          <ac:picMkLst>
            <pc:docMk/>
            <pc:sldMk cId="3447919696" sldId="288"/>
            <ac:picMk id="9" creationId="{3E73E2DC-4A58-9247-AE51-CAD9F109FACC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47.346" v="1890" actId="1076"/>
          <ac:picMkLst>
            <pc:docMk/>
            <pc:sldMk cId="3447919696" sldId="288"/>
            <ac:picMk id="9" creationId="{9429BC46-45F7-7DCE-1D39-3B55F3088A85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2:23.630" v="1902" actId="1076"/>
          <ac:picMkLst>
            <pc:docMk/>
            <pc:sldMk cId="3447919696" sldId="288"/>
            <ac:picMk id="10" creationId="{B7FDD0F3-2F46-7AFE-2B75-F2897BC26488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51:24.057" v="1944" actId="1076"/>
          <ac:picMkLst>
            <pc:docMk/>
            <pc:sldMk cId="3447919696" sldId="288"/>
            <ac:picMk id="13" creationId="{0DF3F90B-702B-BB43-DA7C-4E8B0227F97D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51:20.182" v="1943" actId="1076"/>
          <ac:picMkLst>
            <pc:docMk/>
            <pc:sldMk cId="3447919696" sldId="288"/>
            <ac:picMk id="14" creationId="{39478E02-1610-28B2-8C6A-6F9CA001E070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5:29:32.947" v="1004"/>
          <ac:picMkLst>
            <pc:docMk/>
            <pc:sldMk cId="3447919696" sldId="288"/>
            <ac:picMk id="14" creationId="{BC057F00-9C0C-71FC-698D-AE5F92B2667E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37:08.370" v="184"/>
          <ac:picMkLst>
            <pc:docMk/>
            <pc:sldMk cId="3447919696" sldId="288"/>
            <ac:picMk id="14" creationId="{EB3C080C-0CE4-D8B8-AC5A-A93CE961D6CD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39.064" v="1887" actId="1076"/>
          <ac:picMkLst>
            <pc:docMk/>
            <pc:sldMk cId="3447919696" sldId="288"/>
            <ac:picMk id="15" creationId="{00B8F4F3-C099-BE1D-E5C9-E18A69DE1DC7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37:10.667" v="185"/>
          <ac:picMkLst>
            <pc:docMk/>
            <pc:sldMk cId="3447919696" sldId="288"/>
            <ac:picMk id="15" creationId="{F620244B-2B5B-58A1-8749-13053FD5F66E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49.783" v="1891" actId="1076"/>
          <ac:picMkLst>
            <pc:docMk/>
            <pc:sldMk cId="3447919696" sldId="288"/>
            <ac:picMk id="16" creationId="{63837043-D70C-5505-B7AD-16E5C1D70F96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35:35.788" v="174"/>
          <ac:picMkLst>
            <pc:docMk/>
            <pc:sldMk cId="3447919696" sldId="288"/>
            <ac:picMk id="18" creationId="{7B2B2894-6C10-1C7C-422F-9C336599FE68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25:04.828" v="138"/>
          <ac:picMkLst>
            <pc:docMk/>
            <pc:sldMk cId="3447919696" sldId="288"/>
            <ac:picMk id="19" creationId="{FE8E2DEB-9B72-A838-1C5E-E29E63F8161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20:40:42.767" v="1888" actId="1076"/>
          <ac:picMkLst>
            <pc:docMk/>
            <pc:sldMk cId="3447919696" sldId="288"/>
            <ac:picMk id="20" creationId="{BD3F7601-6C78-871A-31CF-4BF33AF2BBDA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51:56.621" v="212"/>
          <ac:picMkLst>
            <pc:docMk/>
            <pc:sldMk cId="3447919696" sldId="288"/>
            <ac:picMk id="22" creationId="{0E94AC3D-BE56-2B8F-6D4B-147B3B4C5D71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20:43:17.007" v="1912" actId="1076"/>
          <ac:picMkLst>
            <pc:docMk/>
            <pc:sldMk cId="3447919696" sldId="288"/>
            <ac:picMk id="23" creationId="{1684257D-FA4D-BB33-1071-139B09CA9252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20:40:52.627" v="1892" actId="1076"/>
          <ac:picMkLst>
            <pc:docMk/>
            <pc:sldMk cId="3447919696" sldId="288"/>
            <ac:picMk id="24" creationId="{87242FBE-5EF3-FFA1-87CF-D637119505C4}"/>
          </ac:picMkLst>
        </pc:picChg>
        <pc:cxnChg chg="del mod">
          <ac:chgData name="PhamTuyetNgan Vo" userId="S::vop47519@hs-regensburg.de::6eafc975-32e2-4ed2-b112-6f0b1a0a725d" providerId="AD" clId="Web-{E825C64B-A10A-8FE9-4B39-E03E2A60BF84}" dt="2025-06-16T11:12:11.300" v="127"/>
          <ac:cxnSpMkLst>
            <pc:docMk/>
            <pc:sldMk cId="3447919696" sldId="288"/>
            <ac:cxnSpMk id="9" creationId="{F7A58EEA-5313-B1F9-8626-9AEF50D1C430}"/>
          </ac:cxnSpMkLst>
        </pc:cxnChg>
      </pc:sldChg>
      <pc:sldChg chg="modSp">
        <pc:chgData name="PhamTuyetNgan Vo" userId="S::vop47519@hs-regensburg.de::6eafc975-32e2-4ed2-b112-6f0b1a0a725d" providerId="AD" clId="Web-{E825C64B-A10A-8FE9-4B39-E03E2A60BF84}" dt="2025-06-16T20:56:43.225" v="1970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E825C64B-A10A-8FE9-4B39-E03E2A60BF84}" dt="2025-06-16T20:52:58.342" v="1949" actId="20577"/>
          <ac:spMkLst>
            <pc:docMk/>
            <pc:sldMk cId="1661072374" sldId="291"/>
            <ac:spMk id="16" creationId="{D7C97CC7-75E5-294D-A671-0CB0BD089E16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6:01.770" v="1966" actId="1076"/>
          <ac:spMkLst>
            <pc:docMk/>
            <pc:sldMk cId="1661072374" sldId="291"/>
            <ac:spMk id="17" creationId="{3B2BBC48-AA10-0C1D-F833-9D48E2EDD271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5:44.035" v="1964" actId="1076"/>
          <ac:spMkLst>
            <pc:docMk/>
            <pc:sldMk cId="1661072374" sldId="291"/>
            <ac:spMk id="18" creationId="{C881C049-BCB9-4B82-A9C2-D1CF4E7D0C94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6:28.396" v="1967" actId="1076"/>
          <ac:spMkLst>
            <pc:docMk/>
            <pc:sldMk cId="1661072374" sldId="291"/>
            <ac:spMk id="19" creationId="{C8547B30-1F05-8068-B283-93DFBE5F8A31}"/>
          </ac:spMkLst>
        </pc:spChg>
        <pc:graphicFrameChg chg="mod">
          <ac:chgData name="PhamTuyetNgan Vo" userId="S::vop47519@hs-regensburg.de::6eafc975-32e2-4ed2-b112-6f0b1a0a725d" providerId="AD" clId="Web-{E825C64B-A10A-8FE9-4B39-E03E2A60BF84}" dt="2025-06-16T20:54:33.908" v="1954" actId="1076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picChg chg="mod">
          <ac:chgData name="PhamTuyetNgan Vo" userId="S::vop47519@hs-regensburg.de::6eafc975-32e2-4ed2-b112-6f0b1a0a725d" providerId="AD" clId="Web-{E825C64B-A10A-8FE9-4B39-E03E2A60BF84}" dt="2025-06-16T20:56:43.225" v="1970" actId="1076"/>
          <ac:picMkLst>
            <pc:docMk/>
            <pc:sldMk cId="1661072374" sldId="291"/>
            <ac:picMk id="21" creationId="{A6730B47-C07C-6138-D38E-9D94B683AA5E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0:55:38.019" v="1963" actId="1076"/>
          <ac:picMkLst>
            <pc:docMk/>
            <pc:sldMk cId="1661072374" sldId="291"/>
            <ac:picMk id="23" creationId="{0A5D494F-9072-78D3-6AF8-E212065CBA53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0:55:49.848" v="1965" actId="1076"/>
          <ac:picMkLst>
            <pc:docMk/>
            <pc:sldMk cId="1661072374" sldId="291"/>
            <ac:picMk id="24" creationId="{53B16BA1-82CA-0DEF-B89E-76B08AEE869C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0:54:51.752" v="1955" actId="1076"/>
          <ac:picMkLst>
            <pc:docMk/>
            <pc:sldMk cId="1661072374" sldId="291"/>
            <ac:picMk id="1244" creationId="{F848AC18-C2B6-434D-A5BB-209523FB947B}"/>
          </ac:picMkLst>
        </pc:picChg>
      </pc:sldChg>
      <pc:sldChg chg="modSp">
        <pc:chgData name="PhamTuyetNgan Vo" userId="S::vop47519@hs-regensburg.de::6eafc975-32e2-4ed2-b112-6f0b1a0a725d" providerId="AD" clId="Web-{E825C64B-A10A-8FE9-4B39-E03E2A60BF84}" dt="2025-06-16T21:04:09.257" v="2006" actId="14100"/>
        <pc:sldMkLst>
          <pc:docMk/>
          <pc:sldMk cId="4127024289" sldId="292"/>
        </pc:sldMkLst>
        <pc:spChg chg="mod">
          <ac:chgData name="PhamTuyetNgan Vo" userId="S::vop47519@hs-regensburg.de::6eafc975-32e2-4ed2-b112-6f0b1a0a725d" providerId="AD" clId="Web-{E825C64B-A10A-8FE9-4B39-E03E2A60BF84}" dt="2025-06-16T21:03:39.553" v="2005" actId="20577"/>
          <ac:spMkLst>
            <pc:docMk/>
            <pc:sldMk cId="4127024289" sldId="292"/>
            <ac:spMk id="5" creationId="{261AFE06-C89C-74BF-8C92-3B11F3D065E4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1:00:49.656" v="1987" actId="14100"/>
          <ac:spMkLst>
            <pc:docMk/>
            <pc:sldMk cId="4127024289" sldId="292"/>
            <ac:spMk id="7" creationId="{5B586CDE-EC1A-2A69-9491-903C6DF4C583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8:23.760" v="1971" actId="1076"/>
          <ac:spMkLst>
            <pc:docMk/>
            <pc:sldMk cId="4127024289" sldId="292"/>
            <ac:spMk id="8" creationId="{7B223761-5937-AC03-F317-3FC99DAB27E8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1:02:59.739" v="2001" actId="14100"/>
          <ac:spMkLst>
            <pc:docMk/>
            <pc:sldMk cId="4127024289" sldId="292"/>
            <ac:spMk id="1056" creationId="{ED0FD6C4-5B1D-CFDC-90D9-CB37D31C5B41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1:04:09.257" v="2006" actId="14100"/>
          <ac:spMkLst>
            <pc:docMk/>
            <pc:sldMk cId="4127024289" sldId="292"/>
            <ac:spMk id="1057" creationId="{244FFF02-471D-BBB9-014E-915EF8B2747E}"/>
          </ac:spMkLst>
        </pc:spChg>
        <pc:picChg chg="mod">
          <ac:chgData name="PhamTuyetNgan Vo" userId="S::vop47519@hs-regensburg.de::6eafc975-32e2-4ed2-b112-6f0b1a0a725d" providerId="AD" clId="Web-{E825C64B-A10A-8FE9-4B39-E03E2A60BF84}" dt="2025-06-16T21:00:19.655" v="1982" actId="1076"/>
          <ac:picMkLst>
            <pc:docMk/>
            <pc:sldMk cId="4127024289" sldId="292"/>
            <ac:picMk id="4" creationId="{BC502FD8-2C7B-35EF-7857-A1AD6E818023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0:16.280" v="1981" actId="1076"/>
          <ac:picMkLst>
            <pc:docMk/>
            <pc:sldMk cId="4127024289" sldId="292"/>
            <ac:picMk id="6" creationId="{472678E6-DE82-FA61-2B86-5D66451768AC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1:22.032" v="1992" actId="1076"/>
          <ac:picMkLst>
            <pc:docMk/>
            <pc:sldMk cId="4127024289" sldId="292"/>
            <ac:picMk id="9" creationId="{05203011-16B9-348A-F9D6-73BE0DA85FEB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1:14.282" v="1991" actId="1076"/>
          <ac:picMkLst>
            <pc:docMk/>
            <pc:sldMk cId="4127024289" sldId="292"/>
            <ac:picMk id="10" creationId="{026CECFB-7991-893D-A00D-11052B8EF972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1:53.174" v="1995" actId="1076"/>
          <ac:picMkLst>
            <pc:docMk/>
            <pc:sldMk cId="4127024289" sldId="292"/>
            <ac:picMk id="11" creationId="{18A08587-921A-DAB8-5299-1570D68F6E0C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0:35.968" v="1986" actId="1076"/>
          <ac:picMkLst>
            <pc:docMk/>
            <pc:sldMk cId="4127024289" sldId="292"/>
            <ac:picMk id="12" creationId="{00334F71-6C95-4056-C794-221BC8B7FE81}"/>
          </ac:picMkLst>
        </pc:picChg>
      </pc:sldChg>
      <pc:sldChg chg="addSp delSp modSp mod setBg">
        <pc:chgData name="PhamTuyetNgan Vo" userId="S::vop47519@hs-regensburg.de::6eafc975-32e2-4ed2-b112-6f0b1a0a725d" providerId="AD" clId="Web-{E825C64B-A10A-8FE9-4B39-E03E2A60BF84}" dt="2025-06-16T18:35:48.976" v="1847" actId="20577"/>
        <pc:sldMkLst>
          <pc:docMk/>
          <pc:sldMk cId="2113395588" sldId="294"/>
        </pc:sldMkLst>
        <pc:spChg chg="mod">
          <ac:chgData name="PhamTuyetNgan Vo" userId="S::vop47519@hs-regensburg.de::6eafc975-32e2-4ed2-b112-6f0b1a0a725d" providerId="AD" clId="Web-{E825C64B-A10A-8FE9-4B39-E03E2A60BF84}" dt="2025-06-16T18:35:48.976" v="1847" actId="20577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0:52:29.944" v="37" actId="1076"/>
          <ac:spMkLst>
            <pc:docMk/>
            <pc:sldMk cId="2113395588" sldId="294"/>
            <ac:spMk id="11" creationId="{2169BCC5-AB5D-5338-CC7C-B5A29120F1CC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3:01:02.797" v="469" actId="1076"/>
          <ac:spMkLst>
            <pc:docMk/>
            <pc:sldMk cId="2113395588" sldId="294"/>
            <ac:spMk id="12" creationId="{42D77650-E091-A41B-489C-F43ECFC293E3}"/>
          </ac:spMkLst>
        </pc:spChg>
        <pc:spChg chg="del">
          <ac:chgData name="PhamTuyetNgan Vo" userId="S::vop47519@hs-regensburg.de::6eafc975-32e2-4ed2-b112-6f0b1a0a725d" providerId="AD" clId="Web-{E825C64B-A10A-8FE9-4B39-E03E2A60BF84}" dt="2025-06-16T14:27:56.984" v="640"/>
          <ac:spMkLst>
            <pc:docMk/>
            <pc:sldMk cId="2113395588" sldId="294"/>
            <ac:spMk id="13" creationId="{341B6DAA-4C5D-9BF9-7408-3DBD941992A0}"/>
          </ac:spMkLst>
        </pc:spChg>
        <pc:spChg chg="del">
          <ac:chgData name="PhamTuyetNgan Vo" userId="S::vop47519@hs-regensburg.de::6eafc975-32e2-4ed2-b112-6f0b1a0a725d" providerId="AD" clId="Web-{E825C64B-A10A-8FE9-4B39-E03E2A60BF84}" dt="2025-06-16T14:28:04.062" v="641"/>
          <ac:spMkLst>
            <pc:docMk/>
            <pc:sldMk cId="2113395588" sldId="294"/>
            <ac:spMk id="16" creationId="{8B7D2CDA-DB8F-2430-6D82-5FF1B3AA01B1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4:28:08.062" v="642"/>
          <ac:spMkLst>
            <pc:docMk/>
            <pc:sldMk cId="2113395588" sldId="294"/>
            <ac:spMk id="17" creationId="{B011BC75-E238-9CD3-21E2-F8AC588CC126}"/>
          </ac:spMkLst>
        </pc:spChg>
        <pc:spChg chg="add mod">
          <ac:chgData name="PhamTuyetNgan Vo" userId="S::vop47519@hs-regensburg.de::6eafc975-32e2-4ed2-b112-6f0b1a0a725d" providerId="AD" clId="Web-{E825C64B-A10A-8FE9-4B39-E03E2A60BF84}" dt="2025-06-16T18:35:36.366" v="1843" actId="20577"/>
          <ac:spMkLst>
            <pc:docMk/>
            <pc:sldMk cId="2113395588" sldId="294"/>
            <ac:spMk id="24" creationId="{DAA0E6E3-E75A-3524-B04D-3748EEBE81CD}"/>
          </ac:spMkLst>
        </pc:spChg>
        <pc:grpChg chg="add del mod">
          <ac:chgData name="PhamTuyetNgan Vo" userId="S::vop47519@hs-regensburg.de::6eafc975-32e2-4ed2-b112-6f0b1a0a725d" providerId="AD" clId="Web-{E825C64B-A10A-8FE9-4B39-E03E2A60BF84}" dt="2025-06-16T12:50:48.368" v="438"/>
          <ac:grpSpMkLst>
            <pc:docMk/>
            <pc:sldMk cId="2113395588" sldId="294"/>
            <ac:grpSpMk id="29" creationId="{51CC22F3-EE91-8903-0B80-B4F84DB674E6}"/>
          </ac:grpSpMkLst>
        </pc:grpChg>
        <pc:graphicFrameChg chg="del mod modGraphic">
          <ac:chgData name="PhamTuyetNgan Vo" userId="S::vop47519@hs-regensburg.de::6eafc975-32e2-4ed2-b112-6f0b1a0a725d" providerId="AD" clId="Web-{E825C64B-A10A-8FE9-4B39-E03E2A60BF84}" dt="2025-06-16T14:27:49.906" v="639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del mod">
          <ac:chgData name="PhamTuyetNgan Vo" userId="S::vop47519@hs-regensburg.de::6eafc975-32e2-4ed2-b112-6f0b1a0a725d" providerId="AD" clId="Web-{E825C64B-A10A-8FE9-4B39-E03E2A60BF84}" dt="2025-06-16T10:44:45.662" v="20"/>
          <ac:picMkLst>
            <pc:docMk/>
            <pc:sldMk cId="2113395588" sldId="294"/>
            <ac:picMk id="4" creationId="{04AA6021-8C13-1663-3D1D-5C4165240FE1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0:41:48.687" v="6"/>
          <ac:picMkLst>
            <pc:docMk/>
            <pc:sldMk cId="2113395588" sldId="294"/>
            <ac:picMk id="5" creationId="{DE62ADE6-4D40-AD36-F2BE-609144D43484}"/>
          </ac:picMkLst>
        </pc:picChg>
        <pc:picChg chg="add del mod topLvl">
          <ac:chgData name="PhamTuyetNgan Vo" userId="S::vop47519@hs-regensburg.de::6eafc975-32e2-4ed2-b112-6f0b1a0a725d" providerId="AD" clId="Web-{E825C64B-A10A-8FE9-4B39-E03E2A60BF84}" dt="2025-06-16T14:30:53.974" v="661"/>
          <ac:picMkLst>
            <pc:docMk/>
            <pc:sldMk cId="2113395588" sldId="294"/>
            <ac:picMk id="5" creationId="{FA7D98DC-F5EF-972D-ECD7-0293DF0E1422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0:52:36.116" v="39"/>
          <ac:picMkLst>
            <pc:docMk/>
            <pc:sldMk cId="2113395588" sldId="294"/>
            <ac:picMk id="6" creationId="{206E2581-04FB-6A8E-EC59-4109B907A618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24:07.527" v="314"/>
          <ac:picMkLst>
            <pc:docMk/>
            <pc:sldMk cId="2113395588" sldId="294"/>
            <ac:picMk id="6" creationId="{3287A844-1690-2BFA-10B4-1D8800DA7B1C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4:39:36.616" v="717"/>
          <ac:picMkLst>
            <pc:docMk/>
            <pc:sldMk cId="2113395588" sldId="294"/>
            <ac:picMk id="6" creationId="{D58F2456-42AF-5091-7AC9-2D857BE8B51A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2:03:26.005" v="261" actId="14100"/>
          <ac:picMkLst>
            <pc:docMk/>
            <pc:sldMk cId="2113395588" sldId="294"/>
            <ac:picMk id="7" creationId="{248CE651-D5A1-86B5-ED12-551BBB61282A}"/>
          </ac:picMkLst>
        </pc:picChg>
        <pc:picChg chg="add del mod topLvl">
          <ac:chgData name="PhamTuyetNgan Vo" userId="S::vop47519@hs-regensburg.de::6eafc975-32e2-4ed2-b112-6f0b1a0a725d" providerId="AD" clId="Web-{E825C64B-A10A-8FE9-4B39-E03E2A60BF84}" dt="2025-06-16T14:33:07.338" v="678"/>
          <ac:picMkLst>
            <pc:docMk/>
            <pc:sldMk cId="2113395588" sldId="294"/>
            <ac:picMk id="8" creationId="{0CBCB83A-5DED-F67A-5DBB-2C8EEB3AE606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0:56:07.358" v="51"/>
          <ac:picMkLst>
            <pc:docMk/>
            <pc:sldMk cId="2113395588" sldId="294"/>
            <ac:picMk id="8" creationId="{40302531-3B27-F1FF-FD4E-4C3A42AA67EE}"/>
          </ac:picMkLst>
        </pc:picChg>
        <pc:picChg chg="add del mod topLvl">
          <ac:chgData name="PhamTuyetNgan Vo" userId="S::vop47519@hs-regensburg.de::6eafc975-32e2-4ed2-b112-6f0b1a0a725d" providerId="AD" clId="Web-{E825C64B-A10A-8FE9-4B39-E03E2A60BF84}" dt="2025-06-16T14:43:42.108" v="732"/>
          <ac:picMkLst>
            <pc:docMk/>
            <pc:sldMk cId="2113395588" sldId="294"/>
            <ac:picMk id="9" creationId="{103904C0-C3B6-B01A-1DBB-02B1521CCA51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04:02.219" v="91"/>
          <ac:picMkLst>
            <pc:docMk/>
            <pc:sldMk cId="2113395588" sldId="294"/>
            <ac:picMk id="10" creationId="{A541C1C1-282E-3D7F-7B38-55B34B1E60DE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4:35:06.217" v="692"/>
          <ac:picMkLst>
            <pc:docMk/>
            <pc:sldMk cId="2113395588" sldId="294"/>
            <ac:picMk id="10" creationId="{C6A4FE4F-48FF-ADB6-7634-46EA6646F0BF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28:30.037" v="335"/>
          <ac:picMkLst>
            <pc:docMk/>
            <pc:sldMk cId="2113395588" sldId="294"/>
            <ac:picMk id="10" creationId="{E66A468F-C4B8-D6E0-E6C1-DDCDB5095975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4:28:43.751" v="646"/>
          <ac:picMkLst>
            <pc:docMk/>
            <pc:sldMk cId="2113395588" sldId="294"/>
            <ac:picMk id="14" creationId="{852E298E-69D0-88E2-613E-83804107FAB3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33:43.439" v="378"/>
          <ac:picMkLst>
            <pc:docMk/>
            <pc:sldMk cId="2113395588" sldId="294"/>
            <ac:picMk id="14" creationId="{BC564DC6-E2A3-C1E5-D625-AAB3852E295C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0:52:14.647" v="33"/>
          <ac:picMkLst>
            <pc:docMk/>
            <pc:sldMk cId="2113395588" sldId="294"/>
            <ac:picMk id="14" creationId="{E97C3407-0488-EF52-792E-F8039647B5A3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22.613" v="1068" actId="14100"/>
          <ac:picMkLst>
            <pc:docMk/>
            <pc:sldMk cId="2113395588" sldId="294"/>
            <ac:picMk id="15" creationId="{6DEF43D2-4307-6806-873E-131B8CEC4A4C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32:41.140" v="371"/>
          <ac:picMkLst>
            <pc:docMk/>
            <pc:sldMk cId="2113395588" sldId="294"/>
            <ac:picMk id="15" creationId="{C12A33BB-DDD1-84A9-29BB-F52AD22E2786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0:57:00.517" v="61"/>
          <ac:picMkLst>
            <pc:docMk/>
            <pc:sldMk cId="2113395588" sldId="294"/>
            <ac:picMk id="15" creationId="{C68B6C7B-3DA4-33B8-7EE0-1F9A568382B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5:10:42.958" v="934" actId="1076"/>
          <ac:picMkLst>
            <pc:docMk/>
            <pc:sldMk cId="2113395588" sldId="294"/>
            <ac:picMk id="19" creationId="{19406AF1-5995-2AA2-F72B-3BE46DA083CA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32:41.140" v="370"/>
          <ac:picMkLst>
            <pc:docMk/>
            <pc:sldMk cId="2113395588" sldId="294"/>
            <ac:picMk id="20" creationId="{3DD5BB10-4FC7-1E3E-0577-5810B57A06F5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07:31.155" v="910" actId="1076"/>
          <ac:picMkLst>
            <pc:docMk/>
            <pc:sldMk cId="2113395588" sldId="294"/>
            <ac:picMk id="20" creationId="{C98F0991-13ED-6D6E-8AB2-796385BBCE8C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03:01.998" v="88"/>
          <ac:picMkLst>
            <pc:docMk/>
            <pc:sldMk cId="2113395588" sldId="294"/>
            <ac:picMk id="20" creationId="{DB3B4428-5DC1-29F3-2D6C-64341D1DB5B7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5:38:01.995" v="1041" actId="1076"/>
          <ac:picMkLst>
            <pc:docMk/>
            <pc:sldMk cId="2113395588" sldId="294"/>
            <ac:picMk id="21" creationId="{E99525E6-E733-0E35-DAA8-61FB6E627DC3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33.426" v="1069" actId="14100"/>
          <ac:picMkLst>
            <pc:docMk/>
            <pc:sldMk cId="2113395588" sldId="294"/>
            <ac:picMk id="22" creationId="{6D4F7494-005A-C0B6-C58B-9237E48C1593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04:47.877" v="99"/>
          <ac:picMkLst>
            <pc:docMk/>
            <pc:sldMk cId="2113395588" sldId="294"/>
            <ac:picMk id="22" creationId="{734F38A6-B247-1405-E92F-B0BC85420EB1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43:01.694" v="433"/>
          <ac:picMkLst>
            <pc:docMk/>
            <pc:sldMk cId="2113395588" sldId="294"/>
            <ac:picMk id="22" creationId="{9A66D361-DD93-1347-D722-E77C9D8B62E4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5:38:06.792" v="1042" actId="1076"/>
          <ac:picMkLst>
            <pc:docMk/>
            <pc:sldMk cId="2113395588" sldId="294"/>
            <ac:picMk id="23" creationId="{0D49AFD4-428B-C99E-57CC-D95DEA2910E7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4:51:25.701" v="814"/>
          <ac:picMkLst>
            <pc:docMk/>
            <pc:sldMk cId="2113395588" sldId="294"/>
            <ac:picMk id="25" creationId="{40570111-01F1-A1BB-FC63-865CE99470FC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03:00.598" v="258"/>
          <ac:picMkLst>
            <pc:docMk/>
            <pc:sldMk cId="2113395588" sldId="294"/>
            <ac:picMk id="25" creationId="{A1C6D585-D623-5A56-81F1-730A6B98F10C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2:35:37.725" v="380"/>
          <ac:picMkLst>
            <pc:docMk/>
            <pc:sldMk cId="2113395588" sldId="294"/>
            <ac:picMk id="26" creationId="{1BBCCF9E-A5DF-D967-B9D9-B8E91AAD711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09.753" v="1067" actId="14100"/>
          <ac:picMkLst>
            <pc:docMk/>
            <pc:sldMk cId="2113395588" sldId="294"/>
            <ac:picMk id="26" creationId="{BE7D040A-4B57-52F3-42DF-AE1F98602C0A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13:08.495" v="274"/>
          <ac:picMkLst>
            <pc:docMk/>
            <pc:sldMk cId="2113395588" sldId="294"/>
            <ac:picMk id="27" creationId="{62FC6AE4-8B13-693D-789D-51EE5E77FA59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4:51:24.311" v="813"/>
          <ac:picMkLst>
            <pc:docMk/>
            <pc:sldMk cId="2113395588" sldId="294"/>
            <ac:picMk id="27" creationId="{A66F225C-0139-3E06-D091-E7E34A8D5C9E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05.534" v="1066" actId="14100"/>
          <ac:picMkLst>
            <pc:docMk/>
            <pc:sldMk cId="2113395588" sldId="294"/>
            <ac:picMk id="28" creationId="{3B43E04F-161B-F57A-A019-6ED395F5D08C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2:39:03.935" v="398"/>
          <ac:picMkLst>
            <pc:docMk/>
            <pc:sldMk cId="2113395588" sldId="294"/>
            <ac:picMk id="28" creationId="{537EF3A6-FA30-8587-6809-C5064CEC3C99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3:03.614" v="1073" actId="14100"/>
          <ac:picMkLst>
            <pc:docMk/>
            <pc:sldMk cId="2113395588" sldId="294"/>
            <ac:picMk id="29" creationId="{9CCEF038-5534-71FC-6D9F-5596D6C553EB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4:51:22.404" v="812"/>
          <ac:picMkLst>
            <pc:docMk/>
            <pc:sldMk cId="2113395588" sldId="294"/>
            <ac:picMk id="30" creationId="{AF284475-9D26-E38E-09C0-D5444E9E7EE2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3:52:05.433" v="547"/>
          <ac:picMkLst>
            <pc:docMk/>
            <pc:sldMk cId="2113395588" sldId="294"/>
            <ac:picMk id="31" creationId="{46A2FA50-80E9-79E5-D38D-1CB9AB27C9ED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34:17.535" v="1023" actId="14100"/>
          <ac:picMkLst>
            <pc:docMk/>
            <pc:sldMk cId="2113395588" sldId="294"/>
            <ac:picMk id="31" creationId="{5F6257BF-FD21-F555-E9B0-E5DB766A9A5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02:31.207" v="883" actId="1076"/>
          <ac:picMkLst>
            <pc:docMk/>
            <pc:sldMk cId="2113395588" sldId="294"/>
            <ac:picMk id="32" creationId="{0A7B2666-680B-852C-63AC-0AA08BB0E175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3:46:05.874" v="539"/>
          <ac:picMkLst>
            <pc:docMk/>
            <pc:sldMk cId="2113395588" sldId="294"/>
            <ac:picMk id="32" creationId="{C52AAE9D-E69C-A080-5BB7-FE5A62B01CA2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38:17.589" v="1044" actId="14100"/>
          <ac:picMkLst>
            <pc:docMk/>
            <pc:sldMk cId="2113395588" sldId="294"/>
            <ac:picMk id="33" creationId="{C82EB8F4-EC2F-73D5-009F-26657E8CC0B7}"/>
          </ac:picMkLst>
        </pc:picChg>
        <pc:cxnChg chg="del">
          <ac:chgData name="PhamTuyetNgan Vo" userId="S::vop47519@hs-regensburg.de::6eafc975-32e2-4ed2-b112-6f0b1a0a725d" providerId="AD" clId="Web-{E825C64B-A10A-8FE9-4B39-E03E2A60BF84}" dt="2025-06-16T11:11:41.502" v="118"/>
          <ac:cxnSpMkLst>
            <pc:docMk/>
            <pc:sldMk cId="2113395588" sldId="294"/>
            <ac:cxnSpMk id="9" creationId="{76341EA3-F67D-C2D9-9899-02F0D58C0A17}"/>
          </ac:cxnSpMkLst>
        </pc:cxnChg>
      </pc:sldChg>
      <pc:sldChg chg="modSp">
        <pc:chgData name="PhamTuyetNgan Vo" userId="S::vop47519@hs-regensburg.de::6eafc975-32e2-4ed2-b112-6f0b1a0a725d" providerId="AD" clId="Web-{E825C64B-A10A-8FE9-4B39-E03E2A60BF84}" dt="2025-06-16T18:05:36.910" v="1789" actId="20577"/>
        <pc:sldMkLst>
          <pc:docMk/>
          <pc:sldMk cId="1459795005" sldId="296"/>
        </pc:sldMkLst>
        <pc:spChg chg="mod">
          <ac:chgData name="PhamTuyetNgan Vo" userId="S::vop47519@hs-regensburg.de::6eafc975-32e2-4ed2-b112-6f0b1a0a725d" providerId="AD" clId="Web-{E825C64B-A10A-8FE9-4B39-E03E2A60BF84}" dt="2025-06-16T18:05:36.910" v="1789" actId="20577"/>
          <ac:spMkLst>
            <pc:docMk/>
            <pc:sldMk cId="1459795005" sldId="296"/>
            <ac:spMk id="2" creationId="{1EAE05F2-2471-962F-56A2-57957718330E}"/>
          </ac:spMkLst>
        </pc:spChg>
      </pc:sldChg>
      <pc:sldChg chg="addSp delSp modSp add ord replId">
        <pc:chgData name="PhamTuyetNgan Vo" userId="S::vop47519@hs-regensburg.de::6eafc975-32e2-4ed2-b112-6f0b1a0a725d" providerId="AD" clId="Web-{E825C64B-A10A-8FE9-4B39-E03E2A60BF84}" dt="2025-06-16T18:07:45.180" v="1807" actId="1076"/>
        <pc:sldMkLst>
          <pc:docMk/>
          <pc:sldMk cId="1811862505" sldId="300"/>
        </pc:sldMkLst>
        <pc:spChg chg="mod">
          <ac:chgData name="PhamTuyetNgan Vo" userId="S::vop47519@hs-regensburg.de::6eafc975-32e2-4ed2-b112-6f0b1a0a725d" providerId="AD" clId="Web-{E825C64B-A10A-8FE9-4B39-E03E2A60BF84}" dt="2025-06-16T18:07:07.601" v="1801" actId="1076"/>
          <ac:spMkLst>
            <pc:docMk/>
            <pc:sldMk cId="1811862505" sldId="300"/>
            <ac:spMk id="4" creationId="{09FAD96A-EE2B-417C-6B5F-B2F810CCD0ED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8:07:11.616" v="1802" actId="1076"/>
          <ac:spMkLst>
            <pc:docMk/>
            <pc:sldMk cId="1811862505" sldId="300"/>
            <ac:spMk id="24" creationId="{EE71A871-94C7-0BEF-27A2-5A77600C16E9}"/>
          </ac:spMkLst>
        </pc:spChg>
        <pc:picChg chg="add del mod">
          <ac:chgData name="PhamTuyetNgan Vo" userId="S::vop47519@hs-regensburg.de::6eafc975-32e2-4ed2-b112-6f0b1a0a725d" providerId="AD" clId="Web-{E825C64B-A10A-8FE9-4B39-E03E2A60BF84}" dt="2025-06-16T17:06:08.403" v="1489"/>
          <ac:picMkLst>
            <pc:docMk/>
            <pc:sldMk cId="1811862505" sldId="300"/>
            <ac:picMk id="5" creationId="{3338B6BD-BF30-015E-18A3-A06C8E235661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6:37:01.152" v="1387"/>
          <ac:picMkLst>
            <pc:docMk/>
            <pc:sldMk cId="1811862505" sldId="300"/>
            <ac:picMk id="5" creationId="{EC42C655-E611-3AD3-3E5E-CA8D08F3630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6:37:14.871" v="1390" actId="14100"/>
          <ac:picMkLst>
            <pc:docMk/>
            <pc:sldMk cId="1811862505" sldId="300"/>
            <ac:picMk id="6" creationId="{E5079A6F-6951-EFAC-BC54-AF92B19DC9B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35:01.499" v="1599" actId="14100"/>
          <ac:picMkLst>
            <pc:docMk/>
            <pc:sldMk cId="1811862505" sldId="300"/>
            <ac:picMk id="7" creationId="{A82F76AE-9939-AB0B-EE25-8A6315041757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6:35:19.570" v="1379"/>
          <ac:picMkLst>
            <pc:docMk/>
            <pc:sldMk cId="1811862505" sldId="300"/>
            <ac:picMk id="7" creationId="{DE33CB8F-E8CB-7331-EC54-2265053BF3C9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6:38:54.687" v="1399" actId="1076"/>
          <ac:picMkLst>
            <pc:docMk/>
            <pc:sldMk cId="1811862505" sldId="300"/>
            <ac:picMk id="8" creationId="{A73A10C0-71E6-0ACA-9EBE-6CDC61BBEBC5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7:34.508" v="1804" actId="1076"/>
          <ac:picMkLst>
            <pc:docMk/>
            <pc:sldMk cId="1811862505" sldId="300"/>
            <ac:picMk id="9" creationId="{1C930F05-9EC7-0620-9DB1-4A49B29BD2D0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6:40:55.816" v="1401"/>
          <ac:picMkLst>
            <pc:docMk/>
            <pc:sldMk cId="1811862505" sldId="300"/>
            <ac:picMk id="9" creationId="{C36F454A-DACB-0265-16A3-D6620FB0938F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25:12.821" v="1545" actId="14100"/>
          <ac:picMkLst>
            <pc:docMk/>
            <pc:sldMk cId="1811862505" sldId="300"/>
            <ac:picMk id="10" creationId="{EAEBFF89-2845-0A56-5CC1-268BABA69703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25:07.445" v="1544" actId="14100"/>
          <ac:picMkLst>
            <pc:docMk/>
            <pc:sldMk cId="1811862505" sldId="300"/>
            <ac:picMk id="13" creationId="{09B99CBA-CCAA-7DE3-5A5D-EA70D7DEDA16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6:55:22.645" v="1424"/>
          <ac:picMkLst>
            <pc:docMk/>
            <pc:sldMk cId="1811862505" sldId="300"/>
            <ac:picMk id="14" creationId="{79E7E566-C46A-4674-F167-8A5A99991E92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24:58.148" v="1542" actId="1076"/>
          <ac:picMkLst>
            <pc:docMk/>
            <pc:sldMk cId="1811862505" sldId="300"/>
            <ac:picMk id="14" creationId="{EA48BD5B-1401-CA6C-29CE-4BFE5CCF68F9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03:38.382" v="1478"/>
          <ac:picMkLst>
            <pc:docMk/>
            <pc:sldMk cId="1811862505" sldId="300"/>
            <ac:picMk id="15" creationId="{009C517A-DA12-3336-CE9F-E559E4935040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7:45.180" v="1807" actId="1076"/>
          <ac:picMkLst>
            <pc:docMk/>
            <pc:sldMk cId="1811862505" sldId="300"/>
            <ac:picMk id="15" creationId="{66A6FF0C-4E3F-C915-85D8-FBB11174A052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6:58:57.106" v="1448"/>
          <ac:picMkLst>
            <pc:docMk/>
            <pc:sldMk cId="1811862505" sldId="300"/>
            <ac:picMk id="16" creationId="{327875E8-5048-2B02-1FC3-9DB23EF9A63C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00:14.765" v="1457" actId="14100"/>
          <ac:picMkLst>
            <pc:docMk/>
            <pc:sldMk cId="1811862505" sldId="300"/>
            <ac:picMk id="17" creationId="{BCA8CBCE-0941-8572-7C34-A50DEE79974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00:10.187" v="1456" actId="1076"/>
          <ac:picMkLst>
            <pc:docMk/>
            <pc:sldMk cId="1811862505" sldId="300"/>
            <ac:picMk id="18" creationId="{0A6B499B-6085-5638-FE54-68D040A97202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6:38:33.671" v="1394"/>
          <ac:picMkLst>
            <pc:docMk/>
            <pc:sldMk cId="1811862505" sldId="300"/>
            <ac:picMk id="19" creationId="{695C5706-0CF7-372B-3B32-03DEA6CF61FC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03:25.851" v="1474"/>
          <ac:picMkLst>
            <pc:docMk/>
            <pc:sldMk cId="1811862505" sldId="300"/>
            <ac:picMk id="20" creationId="{B282308C-5FBD-1CA8-E45F-43FAC70CB6A0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6:44:24.199" v="1404"/>
          <ac:picMkLst>
            <pc:docMk/>
            <pc:sldMk cId="1811862505" sldId="300"/>
            <ac:picMk id="21" creationId="{05DB70C9-4823-BBE5-58BD-BE2F12CC2625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03:35.445" v="1477"/>
          <ac:picMkLst>
            <pc:docMk/>
            <pc:sldMk cId="1811862505" sldId="300"/>
            <ac:picMk id="22" creationId="{2E616DBE-C180-A1F8-D970-1DF74C4D8EF7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6:46:21.860" v="1416"/>
          <ac:picMkLst>
            <pc:docMk/>
            <pc:sldMk cId="1811862505" sldId="300"/>
            <ac:picMk id="23" creationId="{73940AC0-43F2-A416-2AFA-5309DAF1897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01:52.347" v="1467" actId="1076"/>
          <ac:picMkLst>
            <pc:docMk/>
            <pc:sldMk cId="1811862505" sldId="300"/>
            <ac:picMk id="25" creationId="{0F3CE79E-9E75-7D95-3FB9-84B84D956040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24:00.162" v="1529"/>
          <ac:picMkLst>
            <pc:docMk/>
            <pc:sldMk cId="1811862505" sldId="300"/>
            <ac:picMk id="26" creationId="{0B135D36-A53E-3401-C296-F132E18632A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34:57.764" v="1598" actId="14100"/>
          <ac:picMkLst>
            <pc:docMk/>
            <pc:sldMk cId="1811862505" sldId="300"/>
            <ac:picMk id="27" creationId="{6359CA5E-29D2-58BB-3537-30CBEE8D7924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25:02.242" v="1543"/>
          <ac:picMkLst>
            <pc:docMk/>
            <pc:sldMk cId="1811862505" sldId="300"/>
            <ac:picMk id="28" creationId="{7543A8F5-3E8A-55BC-25D0-4473061D7074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07:18.609" v="1498"/>
          <ac:picMkLst>
            <pc:docMk/>
            <pc:sldMk cId="1811862505" sldId="300"/>
            <ac:picMk id="29" creationId="{8179D33C-C834-B90D-AFA9-288B8497F826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7:29.742" v="1803" actId="1076"/>
          <ac:picMkLst>
            <pc:docMk/>
            <pc:sldMk cId="1811862505" sldId="300"/>
            <ac:picMk id="30" creationId="{9D2C3EE0-FA2B-0341-6E5D-A8F15B9FACCF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6:55:18.926" v="1423"/>
          <ac:picMkLst>
            <pc:docMk/>
            <pc:sldMk cId="1811862505" sldId="300"/>
            <ac:picMk id="31" creationId="{C7AC4163-0655-85FC-5656-FA28FEC5405F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6:56:32.492" v="1431"/>
          <ac:picMkLst>
            <pc:docMk/>
            <pc:sldMk cId="1811862505" sldId="300"/>
            <ac:picMk id="32" creationId="{554008E3-23E1-A85E-6CF6-03D8AB295724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01:10.002" v="1459"/>
          <ac:picMkLst>
            <pc:docMk/>
            <pc:sldMk cId="1811862505" sldId="300"/>
            <ac:picMk id="33" creationId="{CB0CA8AC-724E-0348-EFD7-B3E9827B995D}"/>
          </ac:picMkLst>
        </pc:picChg>
      </pc:sldChg>
      <pc:sldChg chg="modSp add replId">
        <pc:chgData name="PhamTuyetNgan Vo" userId="S::vop47519@hs-regensburg.de::6eafc975-32e2-4ed2-b112-6f0b1a0a725d" providerId="AD" clId="Web-{E825C64B-A10A-8FE9-4B39-E03E2A60BF84}" dt="2025-06-16T11:27:39.880" v="151" actId="1076"/>
        <pc:sldMkLst>
          <pc:docMk/>
          <pc:sldMk cId="3871704944" sldId="300"/>
        </pc:sldMkLst>
        <pc:picChg chg="mod">
          <ac:chgData name="PhamTuyetNgan Vo" userId="S::vop47519@hs-regensburg.de::6eafc975-32e2-4ed2-b112-6f0b1a0a725d" providerId="AD" clId="Web-{E825C64B-A10A-8FE9-4B39-E03E2A60BF84}" dt="2025-06-16T11:27:39.880" v="151" actId="1076"/>
          <ac:picMkLst>
            <pc:docMk/>
            <pc:sldMk cId="3871704944" sldId="300"/>
            <ac:picMk id="14" creationId="{A2A3DDBB-C025-9755-F26F-8BE54548D7E0}"/>
          </ac:picMkLst>
        </pc:picChg>
      </pc:sldChg>
      <pc:sldChg chg="del">
        <pc:chgData name="PhamTuyetNgan Vo" userId="S::vop47519@hs-regensburg.de::6eafc975-32e2-4ed2-b112-6f0b1a0a725d" providerId="AD" clId="Web-{E825C64B-A10A-8FE9-4B39-E03E2A60BF84}" dt="2025-06-16T17:48:53.045" v="1660"/>
        <pc:sldMkLst>
          <pc:docMk/>
          <pc:sldMk cId="3055633411" sldId="301"/>
        </pc:sldMkLst>
      </pc:sldChg>
    </pc:docChg>
  </pc:docChgLst>
  <pc:docChgLst>
    <pc:chgData name="PhamTuyetNgan Vo" userId="S::vop47519@hs-regensburg.de::6eafc975-32e2-4ed2-b112-6f0b1a0a725d" providerId="AD" clId="Web-{2876EB69-D804-A1FD-886B-68BDB1D6DC80}"/>
    <pc:docChg chg="sldOrd">
      <pc:chgData name="PhamTuyetNgan Vo" userId="S::vop47519@hs-regensburg.de::6eafc975-32e2-4ed2-b112-6f0b1a0a725d" providerId="AD" clId="Web-{2876EB69-D804-A1FD-886B-68BDB1D6DC80}" dt="2025-06-09T09:57:01.477" v="3"/>
      <pc:docMkLst>
        <pc:docMk/>
      </pc:docMkLst>
      <pc:sldChg chg="ord">
        <pc:chgData name="PhamTuyetNgan Vo" userId="S::vop47519@hs-regensburg.de::6eafc975-32e2-4ed2-b112-6f0b1a0a725d" providerId="AD" clId="Web-{2876EB69-D804-A1FD-886B-68BDB1D6DC80}" dt="2025-06-09T09:52:06.061" v="1"/>
        <pc:sldMkLst>
          <pc:docMk/>
          <pc:sldMk cId="3830050188" sldId="260"/>
        </pc:sldMkLst>
      </pc:sldChg>
      <pc:sldChg chg="ord">
        <pc:chgData name="PhamTuyetNgan Vo" userId="S::vop47519@hs-regensburg.de::6eafc975-32e2-4ed2-b112-6f0b1a0a725d" providerId="AD" clId="Web-{2876EB69-D804-A1FD-886B-68BDB1D6DC80}" dt="2025-06-09T09:52:09.655" v="2"/>
        <pc:sldMkLst>
          <pc:docMk/>
          <pc:sldMk cId="662180798" sldId="273"/>
        </pc:sldMkLst>
      </pc:sldChg>
      <pc:sldChg chg="ord">
        <pc:chgData name="PhamTuyetNgan Vo" userId="S::vop47519@hs-regensburg.de::6eafc975-32e2-4ed2-b112-6f0b1a0a725d" providerId="AD" clId="Web-{2876EB69-D804-A1FD-886B-68BDB1D6DC80}" dt="2025-06-09T09:57:01.477" v="3"/>
        <pc:sldMkLst>
          <pc:docMk/>
          <pc:sldMk cId="176158537" sldId="274"/>
        </pc:sldMkLst>
      </pc:sldChg>
    </pc:docChg>
  </pc:docChgLst>
  <pc:docChgLst>
    <pc:chgData name="Ines Wodarz" userId="S::woi45919@hs-regensburg.de::eea25bdb-c1ac-4bff-a043-0a6432052995" providerId="AD" clId="Web-{03C35B8B-6431-C03C-BB61-2BC1805C0B49}"/>
    <pc:docChg chg="addSld delSld modSld sldOrd modSection">
      <pc:chgData name="Ines Wodarz" userId="S::woi45919@hs-regensburg.de::eea25bdb-c1ac-4bff-a043-0a6432052995" providerId="AD" clId="Web-{03C35B8B-6431-C03C-BB61-2BC1805C0B49}" dt="2025-06-08T16:40:26.361" v="16" actId="20577"/>
      <pc:docMkLst>
        <pc:docMk/>
      </pc:docMkLst>
      <pc:sldChg chg="modSp">
        <pc:chgData name="Ines Wodarz" userId="S::woi45919@hs-regensburg.de::eea25bdb-c1ac-4bff-a043-0a6432052995" providerId="AD" clId="Web-{03C35B8B-6431-C03C-BB61-2BC1805C0B49}" dt="2025-06-08T16:40:26.361" v="16" actId="20577"/>
        <pc:sldMkLst>
          <pc:docMk/>
          <pc:sldMk cId="3447179358" sldId="261"/>
        </pc:sldMkLst>
        <pc:spChg chg="mod">
          <ac:chgData name="Ines Wodarz" userId="S::woi45919@hs-regensburg.de::eea25bdb-c1ac-4bff-a043-0a6432052995" providerId="AD" clId="Web-{03C35B8B-6431-C03C-BB61-2BC1805C0B49}" dt="2025-06-08T16:40:26.361" v="16" actId="20577"/>
          <ac:spMkLst>
            <pc:docMk/>
            <pc:sldMk cId="3447179358" sldId="261"/>
            <ac:spMk id="2" creationId="{3357321C-E625-FA1B-71F5-50D77A7654D1}"/>
          </ac:spMkLst>
        </pc:spChg>
      </pc:sldChg>
      <pc:sldChg chg="add">
        <pc:chgData name="Ines Wodarz" userId="S::woi45919@hs-regensburg.de::eea25bdb-c1ac-4bff-a043-0a6432052995" providerId="AD" clId="Web-{03C35B8B-6431-C03C-BB61-2BC1805C0B49}" dt="2025-06-08T16:38:26.029" v="0"/>
        <pc:sldMkLst>
          <pc:docMk/>
          <pc:sldMk cId="2323146913" sldId="262"/>
        </pc:sldMkLst>
      </pc:sldChg>
      <pc:sldChg chg="addSp delSp modSp new del">
        <pc:chgData name="Ines Wodarz" userId="S::woi45919@hs-regensburg.de::eea25bdb-c1ac-4bff-a043-0a6432052995" providerId="AD" clId="Web-{03C35B8B-6431-C03C-BB61-2BC1805C0B49}" dt="2025-06-08T16:38:52.264" v="4"/>
        <pc:sldMkLst>
          <pc:docMk/>
          <pc:sldMk cId="280497077" sldId="263"/>
        </pc:sldMkLst>
        <pc:spChg chg="del">
          <ac:chgData name="Ines Wodarz" userId="S::woi45919@hs-regensburg.de::eea25bdb-c1ac-4bff-a043-0a6432052995" providerId="AD" clId="Web-{03C35B8B-6431-C03C-BB61-2BC1805C0B49}" dt="2025-06-08T16:38:41.952" v="2"/>
          <ac:spMkLst>
            <pc:docMk/>
            <pc:sldMk cId="280497077" sldId="263"/>
            <ac:spMk id="3" creationId="{EF5B017F-23A0-6D37-046A-BDEAA4E62C26}"/>
          </ac:spMkLst>
        </pc:spChg>
        <pc:picChg chg="add mod ord">
          <ac:chgData name="Ines Wodarz" userId="S::woi45919@hs-regensburg.de::eea25bdb-c1ac-4bff-a043-0a6432052995" providerId="AD" clId="Web-{03C35B8B-6431-C03C-BB61-2BC1805C0B49}" dt="2025-06-08T16:38:41.952" v="2"/>
          <ac:picMkLst>
            <pc:docMk/>
            <pc:sldMk cId="280497077" sldId="263"/>
            <ac:picMk id="7" creationId="{AE87E39B-9921-7819-E5C0-207B80404D0D}"/>
          </ac:picMkLst>
        </pc:picChg>
      </pc:sldChg>
      <pc:sldChg chg="add">
        <pc:chgData name="Ines Wodarz" userId="S::woi45919@hs-regensburg.de::eea25bdb-c1ac-4bff-a043-0a6432052995" providerId="AD" clId="Web-{03C35B8B-6431-C03C-BB61-2BC1805C0B49}" dt="2025-06-08T16:38:46.827" v="3"/>
        <pc:sldMkLst>
          <pc:docMk/>
          <pc:sldMk cId="3240572229" sldId="264"/>
        </pc:sldMkLst>
      </pc:sldChg>
      <pc:sldChg chg="new">
        <pc:chgData name="Ines Wodarz" userId="S::woi45919@hs-regensburg.de::eea25bdb-c1ac-4bff-a043-0a6432052995" providerId="AD" clId="Web-{03C35B8B-6431-C03C-BB61-2BC1805C0B49}" dt="2025-06-08T16:39:00.452" v="5"/>
        <pc:sldMkLst>
          <pc:docMk/>
          <pc:sldMk cId="301464842" sldId="265"/>
        </pc:sldMkLst>
      </pc:sldChg>
      <pc:sldChg chg="new">
        <pc:chgData name="Ines Wodarz" userId="S::woi45919@hs-regensburg.de::eea25bdb-c1ac-4bff-a043-0a6432052995" providerId="AD" clId="Web-{03C35B8B-6431-C03C-BB61-2BC1805C0B49}" dt="2025-06-08T16:39:03.562" v="6"/>
        <pc:sldMkLst>
          <pc:docMk/>
          <pc:sldMk cId="4040134969" sldId="266"/>
        </pc:sldMkLst>
      </pc:sldChg>
      <pc:sldChg chg="add ord">
        <pc:chgData name="Ines Wodarz" userId="S::woi45919@hs-regensburg.de::eea25bdb-c1ac-4bff-a043-0a6432052995" providerId="AD" clId="Web-{03C35B8B-6431-C03C-BB61-2BC1805C0B49}" dt="2025-06-08T16:39:25.500" v="9"/>
        <pc:sldMkLst>
          <pc:docMk/>
          <pc:sldMk cId="800126668" sldId="267"/>
        </pc:sldMkLst>
      </pc:sldChg>
      <pc:sldChg chg="add del">
        <pc:chgData name="Ines Wodarz" userId="S::woi45919@hs-regensburg.de::eea25bdb-c1ac-4bff-a043-0a6432052995" providerId="AD" clId="Web-{03C35B8B-6431-C03C-BB61-2BC1805C0B49}" dt="2025-06-08T16:39:49.563" v="13"/>
        <pc:sldMkLst>
          <pc:docMk/>
          <pc:sldMk cId="1998666472" sldId="268"/>
        </pc:sldMkLst>
      </pc:sldChg>
      <pc:sldChg chg="add ord">
        <pc:chgData name="Ines Wodarz" userId="S::woi45919@hs-regensburg.de::eea25bdb-c1ac-4bff-a043-0a6432052995" providerId="AD" clId="Web-{03C35B8B-6431-C03C-BB61-2BC1805C0B49}" dt="2025-06-08T16:39:44.016" v="12"/>
        <pc:sldMkLst>
          <pc:docMk/>
          <pc:sldMk cId="180089971" sldId="269"/>
        </pc:sldMkLst>
      </pc:sldChg>
    </pc:docChg>
  </pc:docChgLst>
  <pc:docChgLst>
    <pc:chgData name="Ines Wodarz" userId="S::woi45919@hs-regensburg.de::eea25bdb-c1ac-4bff-a043-0a6432052995" providerId="AD" clId="Web-{D0DC165C-79B3-3306-6AE1-899BEC509E4A}"/>
    <pc:docChg chg="modSld modSection">
      <pc:chgData name="Ines Wodarz" userId="S::woi45919@hs-regensburg.de::eea25bdb-c1ac-4bff-a043-0a6432052995" providerId="AD" clId="Web-{D0DC165C-79B3-3306-6AE1-899BEC509E4A}" dt="2025-06-09T17:44:37.145" v="401" actId="20577"/>
      <pc:docMkLst>
        <pc:docMk/>
      </pc:docMkLst>
      <pc:sldChg chg="addSp modSp mod setBg">
        <pc:chgData name="Ines Wodarz" userId="S::woi45919@hs-regensburg.de::eea25bdb-c1ac-4bff-a043-0a6432052995" providerId="AD" clId="Web-{D0DC165C-79B3-3306-6AE1-899BEC509E4A}" dt="2025-06-09T17:35:06.111" v="346"/>
        <pc:sldMkLst>
          <pc:docMk/>
          <pc:sldMk cId="2323146913" sldId="262"/>
        </pc:sldMkLst>
        <pc:spChg chg="mo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" creationId="{00000000-0000-0000-0000-000000000000}"/>
          </ac:spMkLst>
        </pc:spChg>
        <pc:spChg chg="mo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0" creationId="{42B52977-3214-C33A-1BB4-47006A7BC846}"/>
          </ac:spMkLst>
        </pc:spChg>
        <pc:spChg chg="ad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5" creationId="{100A3647-C833-ED00-02E7-9E4643C7627D}"/>
          </ac:spMkLst>
        </pc:spChg>
        <pc:spChg chg="ad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7" creationId="{44459B51-1DE7-709E-3A52-90C725874626}"/>
          </ac:spMkLst>
        </pc:spChg>
        <pc:graphicFrameChg chg="mod ord modGraphic">
          <ac:chgData name="Ines Wodarz" userId="S::woi45919@hs-regensburg.de::eea25bdb-c1ac-4bff-a043-0a6432052995" providerId="AD" clId="Web-{D0DC165C-79B3-3306-6AE1-899BEC509E4A}" dt="2025-06-09T17:35:06.111" v="346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">
        <pc:chgData name="Ines Wodarz" userId="S::woi45919@hs-regensburg.de::eea25bdb-c1ac-4bff-a043-0a6432052995" providerId="AD" clId="Web-{D0DC165C-79B3-3306-6AE1-899BEC509E4A}" dt="2025-06-09T17:08:57.531" v="157" actId="1076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D0DC165C-79B3-3306-6AE1-899BEC509E4A}" dt="2025-06-09T17:08:46.656" v="154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D0DC165C-79B3-3306-6AE1-899BEC509E4A}" dt="2025-06-09T17:08:52.203" v="156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08:57.531" v="157" actId="1076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08:08.935" v="141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delSp modSp">
        <pc:chgData name="Ines Wodarz" userId="S::woi45919@hs-regensburg.de::eea25bdb-c1ac-4bff-a043-0a6432052995" providerId="AD" clId="Web-{D0DC165C-79B3-3306-6AE1-899BEC509E4A}" dt="2025-06-09T17:44:37.145" v="401" actId="20577"/>
        <pc:sldMkLst>
          <pc:docMk/>
          <pc:sldMk cId="739728293" sldId="277"/>
        </pc:sldMkLst>
        <pc:spChg chg="add del mod">
          <ac:chgData name="Ines Wodarz" userId="S::woi45919@hs-regensburg.de::eea25bdb-c1ac-4bff-a043-0a6432052995" providerId="AD" clId="Web-{D0DC165C-79B3-3306-6AE1-899BEC509E4A}" dt="2025-06-09T17:44:37.145" v="401" actId="20577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Ines Wodarz" userId="S::woi45919@hs-regensburg.de::eea25bdb-c1ac-4bff-a043-0a6432052995" providerId="AD" clId="Web-{D0DC165C-79B3-3306-6AE1-899BEC509E4A}" dt="2025-06-09T17:44:08.551" v="399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4:06.129" v="398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1:54.109" v="385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1:43.624" v="381" actId="1076"/>
          <ac:picMkLst>
            <pc:docMk/>
            <pc:sldMk cId="739728293" sldId="277"/>
            <ac:picMk id="16" creationId="{3F378E44-7D76-EE3B-3835-39E9053C867F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1:30.749" v="376" actId="1076"/>
          <ac:picMkLst>
            <pc:docMk/>
            <pc:sldMk cId="739728293" sldId="277"/>
            <ac:picMk id="18" creationId="{E91D9621-DF11-5D71-4375-C6CF019F3C9E}"/>
          </ac:picMkLst>
        </pc:picChg>
      </pc:sldChg>
    </pc:docChg>
  </pc:docChgLst>
  <pc:docChgLst>
    <pc:chgData name="QuangTung Vo" userId="S::voq47493@hs-regensburg.de::70ca6c10-5c96-45a7-9902-38ac12776db3" providerId="AD" clId="Web-{36AF3B89-FC9F-466F-F2A5-425480257C10}"/>
    <pc:docChg chg="addSld modSld modSection">
      <pc:chgData name="QuangTung Vo" userId="S::voq47493@hs-regensburg.de::70ca6c10-5c96-45a7-9902-38ac12776db3" providerId="AD" clId="Web-{36AF3B89-FC9F-466F-F2A5-425480257C10}" dt="2025-06-09T13:53:35.716" v="488" actId="1076"/>
      <pc:docMkLst>
        <pc:docMk/>
      </pc:docMkLst>
      <pc:sldChg chg="addSp modSp">
        <pc:chgData name="QuangTung Vo" userId="S::voq47493@hs-regensburg.de::70ca6c10-5c96-45a7-9902-38ac12776db3" providerId="AD" clId="Web-{36AF3B89-FC9F-466F-F2A5-425480257C10}" dt="2025-06-09T11:35:04.822" v="131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36AF3B89-FC9F-466F-F2A5-425480257C10}" dt="2025-06-09T11:35:04.822" v="131" actId="20577"/>
          <ac:spMkLst>
            <pc:docMk/>
            <pc:sldMk cId="2205569032" sldId="278"/>
            <ac:spMk id="5" creationId="{D04CF8B5-E695-6477-3F95-7EC3F90C92DB}"/>
          </ac:spMkLst>
        </pc:spChg>
        <pc:picChg chg="add mod">
          <ac:chgData name="QuangTung Vo" userId="S::voq47493@hs-regensburg.de::70ca6c10-5c96-45a7-9902-38ac12776db3" providerId="AD" clId="Web-{36AF3B89-FC9F-466F-F2A5-425480257C10}" dt="2025-06-09T11:27:38.826" v="61" actId="1076"/>
          <ac:picMkLst>
            <pc:docMk/>
            <pc:sldMk cId="2205569032" sldId="278"/>
            <ac:picMk id="6" creationId="{71346A12-2901-6CB8-5B02-6F5F385C3720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1:28:23.845" v="65" actId="1076"/>
          <ac:picMkLst>
            <pc:docMk/>
            <pc:sldMk cId="2205569032" sldId="278"/>
            <ac:picMk id="7" creationId="{7FC7F6AF-9EDB-A96D-D45D-FD35D487C3F5}"/>
          </ac:picMkLst>
        </pc:picChg>
      </pc:sldChg>
      <pc:sldChg chg="addSp delSp modSp add replId">
        <pc:chgData name="QuangTung Vo" userId="S::voq47493@hs-regensburg.de::70ca6c10-5c96-45a7-9902-38ac12776db3" providerId="AD" clId="Web-{36AF3B89-FC9F-466F-F2A5-425480257C10}" dt="2025-06-09T12:48:33.843" v="226" actId="14100"/>
        <pc:sldMkLst>
          <pc:docMk/>
          <pc:sldMk cId="804985069" sldId="279"/>
        </pc:sldMkLst>
        <pc:spChg chg="mod">
          <ac:chgData name="QuangTung Vo" userId="S::voq47493@hs-regensburg.de::70ca6c10-5c96-45a7-9902-38ac12776db3" providerId="AD" clId="Web-{36AF3B89-FC9F-466F-F2A5-425480257C10}" dt="2025-06-09T11:31:53.217" v="87" actId="20577"/>
          <ac:spMkLst>
            <pc:docMk/>
            <pc:sldMk cId="804985069" sldId="279"/>
            <ac:spMk id="2" creationId="{1C8A7F42-9AC0-D817-F9E7-955A6EFE019A}"/>
          </ac:spMkLst>
        </pc:spChg>
        <pc:spChg chg="mod">
          <ac:chgData name="QuangTung Vo" userId="S::voq47493@hs-regensburg.de::70ca6c10-5c96-45a7-9902-38ac12776db3" providerId="AD" clId="Web-{36AF3B89-FC9F-466F-F2A5-425480257C10}" dt="2025-06-09T12:30:21.340" v="214" actId="20577"/>
          <ac:spMkLst>
            <pc:docMk/>
            <pc:sldMk cId="804985069" sldId="279"/>
            <ac:spMk id="5" creationId="{34924BF9-3802-9010-6922-396497475C1F}"/>
          </ac:spMkLst>
        </pc:spChg>
        <pc:picChg chg="del">
          <ac:chgData name="QuangTung Vo" userId="S::voq47493@hs-regensburg.de::70ca6c10-5c96-45a7-9902-38ac12776db3" providerId="AD" clId="Web-{36AF3B89-FC9F-466F-F2A5-425480257C10}" dt="2025-06-09T11:40:05.419" v="188"/>
          <ac:picMkLst>
            <pc:docMk/>
            <pc:sldMk cId="804985069" sldId="279"/>
            <ac:picMk id="6" creationId="{146BE419-FA53-0DDC-2FA2-152DFA30870B}"/>
          </ac:picMkLst>
        </pc:picChg>
        <pc:picChg chg="del">
          <ac:chgData name="QuangTung Vo" userId="S::voq47493@hs-regensburg.de::70ca6c10-5c96-45a7-9902-38ac12776db3" providerId="AD" clId="Web-{36AF3B89-FC9F-466F-F2A5-425480257C10}" dt="2025-06-09T11:40:30.624" v="193"/>
          <ac:picMkLst>
            <pc:docMk/>
            <pc:sldMk cId="804985069" sldId="279"/>
            <ac:picMk id="7" creationId="{07B833F8-FD96-A254-4BD8-5A5B44E99865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1:40:25.983" v="192" actId="14100"/>
          <ac:picMkLst>
            <pc:docMk/>
            <pc:sldMk cId="804985069" sldId="279"/>
            <ac:picMk id="8" creationId="{11925BBF-96DF-5E42-1E3F-BFE2FF02C83B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2:48:33.843" v="226" actId="14100"/>
          <ac:picMkLst>
            <pc:docMk/>
            <pc:sldMk cId="804985069" sldId="279"/>
            <ac:picMk id="9" creationId="{F76D881D-3C4E-3796-3767-3398A6EFFDF4}"/>
          </ac:picMkLst>
        </pc:picChg>
      </pc:sldChg>
      <pc:sldChg chg="addSp delSp modSp add replId">
        <pc:chgData name="QuangTung Vo" userId="S::voq47493@hs-regensburg.de::70ca6c10-5c96-45a7-9902-38ac12776db3" providerId="AD" clId="Web-{36AF3B89-FC9F-466F-F2A5-425480257C10}" dt="2025-06-09T13:53:35.716" v="488" actId="1076"/>
        <pc:sldMkLst>
          <pc:docMk/>
          <pc:sldMk cId="1870867864" sldId="280"/>
        </pc:sldMkLst>
        <pc:spChg chg="mod">
          <ac:chgData name="QuangTung Vo" userId="S::voq47493@hs-regensburg.de::70ca6c10-5c96-45a7-9902-38ac12776db3" providerId="AD" clId="Web-{36AF3B89-FC9F-466F-F2A5-425480257C10}" dt="2025-06-09T12:48:01.232" v="222" actId="20577"/>
          <ac:spMkLst>
            <pc:docMk/>
            <pc:sldMk cId="1870867864" sldId="280"/>
            <ac:spMk id="2" creationId="{6AA719FF-6360-F3E5-8630-1CC62276C5EF}"/>
          </ac:spMkLst>
        </pc:spChg>
        <pc:spChg chg="mod">
          <ac:chgData name="QuangTung Vo" userId="S::voq47493@hs-regensburg.de::70ca6c10-5c96-45a7-9902-38ac12776db3" providerId="AD" clId="Web-{36AF3B89-FC9F-466F-F2A5-425480257C10}" dt="2025-06-09T13:51:58.446" v="471" actId="20577"/>
          <ac:spMkLst>
            <pc:docMk/>
            <pc:sldMk cId="1870867864" sldId="280"/>
            <ac:spMk id="5" creationId="{CC5CCCD4-481F-54E1-48BF-C7BEAE349424}"/>
          </ac:spMkLst>
        </pc:spChg>
        <pc:picChg chg="add mod">
          <ac:chgData name="QuangTung Vo" userId="S::voq47493@hs-regensburg.de::70ca6c10-5c96-45a7-9902-38ac12776db3" providerId="AD" clId="Web-{36AF3B89-FC9F-466F-F2A5-425480257C10}" dt="2025-06-09T13:53:20.528" v="485" actId="1076"/>
          <ac:picMkLst>
            <pc:docMk/>
            <pc:sldMk cId="1870867864" sldId="280"/>
            <ac:picMk id="6" creationId="{A32C7AA2-8F5F-2820-7981-573298591813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3:53:35.716" v="488" actId="1076"/>
          <ac:picMkLst>
            <pc:docMk/>
            <pc:sldMk cId="1870867864" sldId="280"/>
            <ac:picMk id="7" creationId="{AEB600BF-0252-EFC8-AEAA-B9457E28710F}"/>
          </ac:picMkLst>
        </pc:picChg>
        <pc:picChg chg="del">
          <ac:chgData name="QuangTung Vo" userId="S::voq47493@hs-regensburg.de::70ca6c10-5c96-45a7-9902-38ac12776db3" providerId="AD" clId="Web-{36AF3B89-FC9F-466F-F2A5-425480257C10}" dt="2025-06-09T13:52:04.025" v="473"/>
          <ac:picMkLst>
            <pc:docMk/>
            <pc:sldMk cId="1870867864" sldId="280"/>
            <ac:picMk id="8" creationId="{AC67B34A-4BA4-7E20-C1B1-862389B0C32D}"/>
          </ac:picMkLst>
        </pc:picChg>
        <pc:picChg chg="del mod">
          <ac:chgData name="QuangTung Vo" userId="S::voq47493@hs-regensburg.de::70ca6c10-5c96-45a7-9902-38ac12776db3" providerId="AD" clId="Web-{36AF3B89-FC9F-466F-F2A5-425480257C10}" dt="2025-06-09T13:52:01.322" v="472"/>
          <ac:picMkLst>
            <pc:docMk/>
            <pc:sldMk cId="1870867864" sldId="280"/>
            <ac:picMk id="9" creationId="{D59148C8-E27A-3B8E-0DF5-6ABAAFC91F8B}"/>
          </ac:picMkLst>
        </pc:picChg>
      </pc:sldChg>
    </pc:docChg>
  </pc:docChgLst>
  <pc:docChgLst>
    <pc:chgData name="QuangTung Vo" userId="S::voq47493@hs-regensburg.de::70ca6c10-5c96-45a7-9902-38ac12776db3" providerId="AD" clId="Web-{A90E3DD3-BD72-69EE-46A8-9FD837BD27BD}"/>
    <pc:docChg chg="addSld modSld modSection">
      <pc:chgData name="QuangTung Vo" userId="S::voq47493@hs-regensburg.de::70ca6c10-5c96-45a7-9902-38ac12776db3" providerId="AD" clId="Web-{A90E3DD3-BD72-69EE-46A8-9FD837BD27BD}" dt="2025-06-16T01:57:33.655" v="1309" actId="20577"/>
      <pc:docMkLst>
        <pc:docMk/>
      </pc:docMkLst>
      <pc:sldChg chg="addSp delSp modSp">
        <pc:chgData name="QuangTung Vo" userId="S::voq47493@hs-regensburg.de::70ca6c10-5c96-45a7-9902-38ac12776db3" providerId="AD" clId="Web-{A90E3DD3-BD72-69EE-46A8-9FD837BD27BD}" dt="2025-06-15T22:48:27.541" v="264" actId="1076"/>
        <pc:sldMkLst>
          <pc:docMk/>
          <pc:sldMk cId="1661072374" sldId="291"/>
        </pc:sldMkLst>
        <pc:spChg chg="add mod">
          <ac:chgData name="QuangTung Vo" userId="S::voq47493@hs-regensburg.de::70ca6c10-5c96-45a7-9902-38ac12776db3" providerId="AD" clId="Web-{A90E3DD3-BD72-69EE-46A8-9FD837BD27BD}" dt="2025-06-15T20:17:24.881" v="108" actId="20577"/>
          <ac:spMkLst>
            <pc:docMk/>
            <pc:sldMk cId="1661072374" sldId="291"/>
            <ac:spMk id="16" creationId="{D7C97CC7-75E5-294D-A671-0CB0BD089E16}"/>
          </ac:spMkLst>
        </pc:spChg>
        <pc:spChg chg="add mod">
          <ac:chgData name="QuangTung Vo" userId="S::voq47493@hs-regensburg.de::70ca6c10-5c96-45a7-9902-38ac12776db3" providerId="AD" clId="Web-{A90E3DD3-BD72-69EE-46A8-9FD837BD27BD}" dt="2025-06-15T22:39:44.410" v="225" actId="1076"/>
          <ac:spMkLst>
            <pc:docMk/>
            <pc:sldMk cId="1661072374" sldId="291"/>
            <ac:spMk id="17" creationId="{3B2BBC48-AA10-0C1D-F833-9D48E2EDD271}"/>
          </ac:spMkLst>
        </pc:spChg>
        <pc:spChg chg="add del mod">
          <ac:chgData name="QuangTung Vo" userId="S::voq47493@hs-regensburg.de::70ca6c10-5c96-45a7-9902-38ac12776db3" providerId="AD" clId="Web-{A90E3DD3-BD72-69EE-46A8-9FD837BD27BD}" dt="2025-06-15T20:45:09.389" v="113"/>
          <ac:spMkLst>
            <pc:docMk/>
            <pc:sldMk cId="1661072374" sldId="291"/>
            <ac:spMk id="17" creationId="{55E8CBDC-3B6E-482A-9C11-BAE1201CC8E2}"/>
          </ac:spMkLst>
        </pc:spChg>
        <pc:spChg chg="add mod">
          <ac:chgData name="QuangTung Vo" userId="S::voq47493@hs-regensburg.de::70ca6c10-5c96-45a7-9902-38ac12776db3" providerId="AD" clId="Web-{A90E3DD3-BD72-69EE-46A8-9FD837BD27BD}" dt="2025-06-15T22:48:17.978" v="263" actId="1076"/>
          <ac:spMkLst>
            <pc:docMk/>
            <pc:sldMk cId="1661072374" sldId="291"/>
            <ac:spMk id="18" creationId="{C881C049-BCB9-4B82-A9C2-D1CF4E7D0C94}"/>
          </ac:spMkLst>
        </pc:spChg>
        <pc:spChg chg="add mod">
          <ac:chgData name="QuangTung Vo" userId="S::voq47493@hs-regensburg.de::70ca6c10-5c96-45a7-9902-38ac12776db3" providerId="AD" clId="Web-{A90E3DD3-BD72-69EE-46A8-9FD837BD27BD}" dt="2025-06-15T22:48:27.541" v="264" actId="1076"/>
          <ac:spMkLst>
            <pc:docMk/>
            <pc:sldMk cId="1661072374" sldId="291"/>
            <ac:spMk id="19" creationId="{C8547B30-1F05-8068-B283-93DFBE5F8A31}"/>
          </ac:spMkLst>
        </pc:spChg>
        <pc:graphicFrameChg chg="mod modGraphic">
          <ac:chgData name="QuangTung Vo" userId="S::voq47493@hs-regensburg.de::70ca6c10-5c96-45a7-9902-38ac12776db3" providerId="AD" clId="Web-{A90E3DD3-BD72-69EE-46A8-9FD837BD27BD}" dt="2025-06-15T19:57:23.320" v="76" actId="20577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picChg chg="add del mod">
          <ac:chgData name="QuangTung Vo" userId="S::voq47493@hs-regensburg.de::70ca6c10-5c96-45a7-9902-38ac12776db3" providerId="AD" clId="Web-{A90E3DD3-BD72-69EE-46A8-9FD837BD27BD}" dt="2025-06-15T22:44:58.511" v="240"/>
          <ac:picMkLst>
            <pc:docMk/>
            <pc:sldMk cId="1661072374" sldId="291"/>
            <ac:picMk id="20" creationId="{44628C33-0F07-C665-9676-2239AA80C7B5}"/>
          </ac:picMkLst>
        </pc:picChg>
        <pc:picChg chg="add mod modCrop">
          <ac:chgData name="QuangTung Vo" userId="S::voq47493@hs-regensburg.de::70ca6c10-5c96-45a7-9902-38ac12776db3" providerId="AD" clId="Web-{A90E3DD3-BD72-69EE-46A8-9FD837BD27BD}" dt="2025-06-15T22:45:52.765" v="248" actId="1076"/>
          <ac:picMkLst>
            <pc:docMk/>
            <pc:sldMk cId="1661072374" sldId="291"/>
            <ac:picMk id="21" creationId="{A6730B47-C07C-6138-D38E-9D94B683AA5E}"/>
          </ac:picMkLst>
        </pc:picChg>
        <pc:picChg chg="add del mod">
          <ac:chgData name="QuangTung Vo" userId="S::voq47493@hs-regensburg.de::70ca6c10-5c96-45a7-9902-38ac12776db3" providerId="AD" clId="Web-{A90E3DD3-BD72-69EE-46A8-9FD837BD27BD}" dt="2025-06-15T22:42:38.688" v="237"/>
          <ac:picMkLst>
            <pc:docMk/>
            <pc:sldMk cId="1661072374" sldId="291"/>
            <ac:picMk id="22" creationId="{9E9315E8-C950-F3BF-F0CA-8DDB7A2A11D3}"/>
          </ac:picMkLst>
        </pc:picChg>
        <pc:picChg chg="add mod">
          <ac:chgData name="QuangTung Vo" userId="S::voq47493@hs-regensburg.de::70ca6c10-5c96-45a7-9902-38ac12776db3" providerId="AD" clId="Web-{A90E3DD3-BD72-69EE-46A8-9FD837BD27BD}" dt="2025-06-15T22:43:30.723" v="239" actId="1076"/>
          <ac:picMkLst>
            <pc:docMk/>
            <pc:sldMk cId="1661072374" sldId="291"/>
            <ac:picMk id="23" creationId="{0A5D494F-9072-78D3-6AF8-E212065CBA53}"/>
          </ac:picMkLst>
        </pc:picChg>
        <pc:picChg chg="add mod">
          <ac:chgData name="QuangTung Vo" userId="S::voq47493@hs-regensburg.de::70ca6c10-5c96-45a7-9902-38ac12776db3" providerId="AD" clId="Web-{A90E3DD3-BD72-69EE-46A8-9FD837BD27BD}" dt="2025-06-15T22:47:19.192" v="259" actId="1076"/>
          <ac:picMkLst>
            <pc:docMk/>
            <pc:sldMk cId="1661072374" sldId="291"/>
            <ac:picMk id="24" creationId="{53B16BA1-82CA-0DEF-B89E-76B08AEE869C}"/>
          </ac:picMkLst>
        </pc:picChg>
      </pc:sldChg>
      <pc:sldChg chg="addSp delSp modSp">
        <pc:chgData name="QuangTung Vo" userId="S::voq47493@hs-regensburg.de::70ca6c10-5c96-45a7-9902-38ac12776db3" providerId="AD" clId="Web-{A90E3DD3-BD72-69EE-46A8-9FD837BD27BD}" dt="2025-06-16T01:10:33.143" v="1219" actId="1076"/>
        <pc:sldMkLst>
          <pc:docMk/>
          <pc:sldMk cId="4127024289" sldId="292"/>
        </pc:sldMkLst>
        <pc:spChg chg="add mod">
          <ac:chgData name="QuangTung Vo" userId="S::voq47493@hs-regensburg.de::70ca6c10-5c96-45a7-9902-38ac12776db3" providerId="AD" clId="Web-{A90E3DD3-BD72-69EE-46A8-9FD837BD27BD}" dt="2025-06-16T01:09:55.298" v="1208" actId="20577"/>
          <ac:spMkLst>
            <pc:docMk/>
            <pc:sldMk cId="4127024289" sldId="292"/>
            <ac:spMk id="5" creationId="{261AFE06-C89C-74BF-8C92-3B11F3D065E4}"/>
          </ac:spMkLst>
        </pc:spChg>
        <pc:spChg chg="add del mod">
          <ac:chgData name="QuangTung Vo" userId="S::voq47493@hs-regensburg.de::70ca6c10-5c96-45a7-9902-38ac12776db3" providerId="AD" clId="Web-{A90E3DD3-BD72-69EE-46A8-9FD837BD27BD}" dt="2025-06-16T00:11:36.505" v="721"/>
          <ac:spMkLst>
            <pc:docMk/>
            <pc:sldMk cId="4127024289" sldId="292"/>
            <ac:spMk id="6" creationId="{14807062-A0B2-3C6F-C034-BE0C73BA953F}"/>
          </ac:spMkLst>
        </pc:spChg>
        <pc:spChg chg="add mod">
          <ac:chgData name="QuangTung Vo" userId="S::voq47493@hs-regensburg.de::70ca6c10-5c96-45a7-9902-38ac12776db3" providerId="AD" clId="Web-{A90E3DD3-BD72-69EE-46A8-9FD837BD27BD}" dt="2025-06-16T01:10:33.143" v="1219" actId="1076"/>
          <ac:spMkLst>
            <pc:docMk/>
            <pc:sldMk cId="4127024289" sldId="292"/>
            <ac:spMk id="7" creationId="{5B586CDE-EC1A-2A69-9491-903C6DF4C583}"/>
          </ac:spMkLst>
        </pc:spChg>
        <pc:spChg chg="add mod">
          <ac:chgData name="QuangTung Vo" userId="S::voq47493@hs-regensburg.de::70ca6c10-5c96-45a7-9902-38ac12776db3" providerId="AD" clId="Web-{A90E3DD3-BD72-69EE-46A8-9FD837BD27BD}" dt="2025-06-16T00:58:50.230" v="1166" actId="20577"/>
          <ac:spMkLst>
            <pc:docMk/>
            <pc:sldMk cId="4127024289" sldId="292"/>
            <ac:spMk id="8" creationId="{7B223761-5937-AC03-F317-3FC99DAB27E8}"/>
          </ac:spMkLst>
        </pc:spChg>
        <pc:spChg chg="del mod">
          <ac:chgData name="QuangTung Vo" userId="S::voq47493@hs-regensburg.de::70ca6c10-5c96-45a7-9902-38ac12776db3" providerId="AD" clId="Web-{A90E3DD3-BD72-69EE-46A8-9FD837BD27BD}" dt="2025-06-16T00:10:21.878" v="671"/>
          <ac:spMkLst>
            <pc:docMk/>
            <pc:sldMk cId="4127024289" sldId="292"/>
            <ac:spMk id="1051" creationId="{91ACAB5A-C1EB-20A7-534F-45EB77057E61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01:11.953" v="1178" actId="1076"/>
          <ac:spMkLst>
            <pc:docMk/>
            <pc:sldMk cId="4127024289" sldId="292"/>
            <ac:spMk id="1055" creationId="{7B50AF5B-3665-A1F6-41DB-38DF6571F797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10:15.674" v="1218" actId="20577"/>
          <ac:spMkLst>
            <pc:docMk/>
            <pc:sldMk cId="4127024289" sldId="292"/>
            <ac:spMk id="1056" creationId="{ED0FD6C4-5B1D-CFDC-90D9-CB37D31C5B41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09:37.516" v="1206" actId="20577"/>
          <ac:spMkLst>
            <pc:docMk/>
            <pc:sldMk cId="4127024289" sldId="292"/>
            <ac:spMk id="1057" creationId="{244FFF02-471D-BBB9-014E-915EF8B2747E}"/>
          </ac:spMkLst>
        </pc:spChg>
        <pc:picChg chg="mod">
          <ac:chgData name="QuangTung Vo" userId="S::voq47493@hs-regensburg.de::70ca6c10-5c96-45a7-9902-38ac12776db3" providerId="AD" clId="Web-{A90E3DD3-BD72-69EE-46A8-9FD837BD27BD}" dt="2025-06-16T01:08:45.452" v="1180" actId="1076"/>
          <ac:picMkLst>
            <pc:docMk/>
            <pc:sldMk cId="4127024289" sldId="292"/>
            <ac:picMk id="949" creationId="{49B876B7-62CB-9B27-2D9D-40C23495051F}"/>
          </ac:picMkLst>
        </pc:picChg>
      </pc:sldChg>
      <pc:sldChg chg="addSp delSp modSp">
        <pc:chgData name="QuangTung Vo" userId="S::voq47493@hs-regensburg.de::70ca6c10-5c96-45a7-9902-38ac12776db3" providerId="AD" clId="Web-{A90E3DD3-BD72-69EE-46A8-9FD837BD27BD}" dt="2025-06-16T01:36:06.098" v="1242"/>
        <pc:sldMkLst>
          <pc:docMk/>
          <pc:sldMk cId="3571323925" sldId="295"/>
        </pc:sldMkLst>
        <pc:spChg chg="mod">
          <ac:chgData name="QuangTung Vo" userId="S::voq47493@hs-regensburg.de::70ca6c10-5c96-45a7-9902-38ac12776db3" providerId="AD" clId="Web-{A90E3DD3-BD72-69EE-46A8-9FD837BD27BD}" dt="2025-06-16T01:36:06.098" v="1242"/>
          <ac:spMkLst>
            <pc:docMk/>
            <pc:sldMk cId="3571323925" sldId="295"/>
            <ac:spMk id="2" creationId="{951590D5-1AC8-A9CE-5BB1-7EE36C56F3B9}"/>
          </ac:spMkLst>
        </pc:spChg>
        <pc:spChg chg="del">
          <ac:chgData name="QuangTung Vo" userId="S::voq47493@hs-regensburg.de::70ca6c10-5c96-45a7-9902-38ac12776db3" providerId="AD" clId="Web-{A90E3DD3-BD72-69EE-46A8-9FD837BD27BD}" dt="2025-06-16T01:28:12.896" v="1227"/>
          <ac:spMkLst>
            <pc:docMk/>
            <pc:sldMk cId="3571323925" sldId="295"/>
            <ac:spMk id="3" creationId="{0FD68239-ADA2-C8CF-F2BE-4185937A460C}"/>
          </ac:spMkLst>
        </pc:spChg>
        <pc:spChg chg="mod ord">
          <ac:chgData name="QuangTung Vo" userId="S::voq47493@hs-regensburg.de::70ca6c10-5c96-45a7-9902-38ac12776db3" providerId="AD" clId="Web-{A90E3DD3-BD72-69EE-46A8-9FD837BD27BD}" dt="2025-06-16T01:36:06.098" v="1242"/>
          <ac:spMkLst>
            <pc:docMk/>
            <pc:sldMk cId="3571323925" sldId="295"/>
            <ac:spMk id="4" creationId="{C6D4CC0E-96B1-9E21-D2B1-96CE0466675A}"/>
          </ac:spMkLst>
        </pc:spChg>
        <pc:picChg chg="add mod">
          <ac:chgData name="QuangTung Vo" userId="S::voq47493@hs-regensburg.de::70ca6c10-5c96-45a7-9902-38ac12776db3" providerId="AD" clId="Web-{A90E3DD3-BD72-69EE-46A8-9FD837BD27BD}" dt="2025-06-16T01:36:06.098" v="1242"/>
          <ac:picMkLst>
            <pc:docMk/>
            <pc:sldMk cId="3571323925" sldId="295"/>
            <ac:picMk id="5" creationId="{C155092B-EEE0-103B-C1D9-F5EFE5E40F06}"/>
          </ac:picMkLst>
        </pc:picChg>
      </pc:sldChg>
      <pc:sldChg chg="modSp new">
        <pc:chgData name="QuangTung Vo" userId="S::voq47493@hs-regensburg.de::70ca6c10-5c96-45a7-9902-38ac12776db3" providerId="AD" clId="Web-{A90E3DD3-BD72-69EE-46A8-9FD837BD27BD}" dt="2025-06-16T01:40:39.404" v="1280" actId="1076"/>
        <pc:sldMkLst>
          <pc:docMk/>
          <pc:sldMk cId="1459795005" sldId="296"/>
        </pc:sldMkLst>
        <pc:spChg chg="mod">
          <ac:chgData name="QuangTung Vo" userId="S::voq47493@hs-regensburg.de::70ca6c10-5c96-45a7-9902-38ac12776db3" providerId="AD" clId="Web-{A90E3DD3-BD72-69EE-46A8-9FD837BD27BD}" dt="2025-06-16T01:39:34.792" v="1270" actId="1076"/>
          <ac:spMkLst>
            <pc:docMk/>
            <pc:sldMk cId="1459795005" sldId="296"/>
            <ac:spMk id="2" creationId="{1EAE05F2-2471-962F-56A2-57957718330E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40:39.404" v="1280" actId="1076"/>
          <ac:spMkLst>
            <pc:docMk/>
            <pc:sldMk cId="1459795005" sldId="296"/>
            <ac:spMk id="3" creationId="{240340E3-786B-AC94-0732-14B1F5DCE7D1}"/>
          </ac:spMkLst>
        </pc:spChg>
      </pc:sldChg>
      <pc:sldChg chg="modSp new">
        <pc:chgData name="QuangTung Vo" userId="S::voq47493@hs-regensburg.de::70ca6c10-5c96-45a7-9902-38ac12776db3" providerId="AD" clId="Web-{A90E3DD3-BD72-69EE-46A8-9FD837BD27BD}" dt="2025-06-16T01:44:06.676" v="1292" actId="1076"/>
        <pc:sldMkLst>
          <pc:docMk/>
          <pc:sldMk cId="2445578001" sldId="297"/>
        </pc:sldMkLst>
        <pc:spChg chg="mod">
          <ac:chgData name="QuangTung Vo" userId="S::voq47493@hs-regensburg.de::70ca6c10-5c96-45a7-9902-38ac12776db3" providerId="AD" clId="Web-{A90E3DD3-BD72-69EE-46A8-9FD837BD27BD}" dt="2025-06-16T01:41:34.640" v="1287" actId="1076"/>
          <ac:spMkLst>
            <pc:docMk/>
            <pc:sldMk cId="2445578001" sldId="297"/>
            <ac:spMk id="2" creationId="{F9F5C13A-4278-CCB7-5D82-1F6D1348A481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44:06.676" v="1292" actId="1076"/>
          <ac:spMkLst>
            <pc:docMk/>
            <pc:sldMk cId="2445578001" sldId="297"/>
            <ac:spMk id="3" creationId="{96B07686-7DF0-16DE-FCA9-8844EB84ABB2}"/>
          </ac:spMkLst>
        </pc:spChg>
      </pc:sldChg>
      <pc:sldChg chg="modSp new">
        <pc:chgData name="QuangTung Vo" userId="S::voq47493@hs-regensburg.de::70ca6c10-5c96-45a7-9902-38ac12776db3" providerId="AD" clId="Web-{A90E3DD3-BD72-69EE-46A8-9FD837BD27BD}" dt="2025-06-16T01:45:36.382" v="1302" actId="20577"/>
        <pc:sldMkLst>
          <pc:docMk/>
          <pc:sldMk cId="992868093" sldId="298"/>
        </pc:sldMkLst>
        <pc:spChg chg="mod">
          <ac:chgData name="QuangTung Vo" userId="S::voq47493@hs-regensburg.de::70ca6c10-5c96-45a7-9902-38ac12776db3" providerId="AD" clId="Web-{A90E3DD3-BD72-69EE-46A8-9FD837BD27BD}" dt="2025-06-16T01:44:53.521" v="1299" actId="1076"/>
          <ac:spMkLst>
            <pc:docMk/>
            <pc:sldMk cId="992868093" sldId="298"/>
            <ac:spMk id="2" creationId="{C99C308B-AEC2-C47A-3214-024D9C4B0D9B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45:36.382" v="1302" actId="20577"/>
          <ac:spMkLst>
            <pc:docMk/>
            <pc:sldMk cId="992868093" sldId="298"/>
            <ac:spMk id="3" creationId="{207148FA-A4FB-1F09-9B95-615567A18B9D}"/>
          </ac:spMkLst>
        </pc:spChg>
      </pc:sldChg>
      <pc:sldChg chg="modSp new">
        <pc:chgData name="QuangTung Vo" userId="S::voq47493@hs-regensburg.de::70ca6c10-5c96-45a7-9902-38ac12776db3" providerId="AD" clId="Web-{A90E3DD3-BD72-69EE-46A8-9FD837BD27BD}" dt="2025-06-16T01:57:33.655" v="1309" actId="20577"/>
        <pc:sldMkLst>
          <pc:docMk/>
          <pc:sldMk cId="617003743" sldId="299"/>
        </pc:sldMkLst>
        <pc:spChg chg="mod">
          <ac:chgData name="QuangTung Vo" userId="S::voq47493@hs-regensburg.de::70ca6c10-5c96-45a7-9902-38ac12776db3" providerId="AD" clId="Web-{A90E3DD3-BD72-69EE-46A8-9FD837BD27BD}" dt="2025-06-16T01:57:00.185" v="1306" actId="1076"/>
          <ac:spMkLst>
            <pc:docMk/>
            <pc:sldMk cId="617003743" sldId="299"/>
            <ac:spMk id="2" creationId="{3F148CD8-74F1-1850-3F70-1034F02CE5AD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57:33.655" v="1309" actId="20577"/>
          <ac:spMkLst>
            <pc:docMk/>
            <pc:sldMk cId="617003743" sldId="299"/>
            <ac:spMk id="3" creationId="{BED056AE-6E1C-EB3D-A420-8FA53742876E}"/>
          </ac:spMkLst>
        </pc:spChg>
      </pc:sldChg>
    </pc:docChg>
  </pc:docChgLst>
  <pc:docChgLst>
    <pc:chgData name="PhamTuyetNgan Vo" userId="S::vop47519@hs-regensburg.de::6eafc975-32e2-4ed2-b112-6f0b1a0a725d" providerId="AD" clId="Web-{233FC40A-44EE-C6E7-C45E-E5C4E5AB7B7A}"/>
    <pc:docChg chg="addSld modSld modSection">
      <pc:chgData name="PhamTuyetNgan Vo" userId="S::vop47519@hs-regensburg.de::6eafc975-32e2-4ed2-b112-6f0b1a0a725d" providerId="AD" clId="Web-{233FC40A-44EE-C6E7-C45E-E5C4E5AB7B7A}" dt="2025-06-11T16:04:04.671" v="36" actId="20577"/>
      <pc:docMkLst>
        <pc:docMk/>
      </pc:docMkLst>
      <pc:sldChg chg="addSp modSp new">
        <pc:chgData name="PhamTuyetNgan Vo" userId="S::vop47519@hs-regensburg.de::6eafc975-32e2-4ed2-b112-6f0b1a0a725d" providerId="AD" clId="Web-{233FC40A-44EE-C6E7-C45E-E5C4E5AB7B7A}" dt="2025-06-11T15:57:27.654" v="11" actId="1076"/>
        <pc:sldMkLst>
          <pc:docMk/>
          <pc:sldMk cId="3608717991" sldId="286"/>
        </pc:sldMkLst>
        <pc:spChg chg="mod">
          <ac:chgData name="PhamTuyetNgan Vo" userId="S::vop47519@hs-regensburg.de::6eafc975-32e2-4ed2-b112-6f0b1a0a725d" providerId="AD" clId="Web-{233FC40A-44EE-C6E7-C45E-E5C4E5AB7B7A}" dt="2025-06-11T15:56:53.871" v="7" actId="14100"/>
          <ac:spMkLst>
            <pc:docMk/>
            <pc:sldMk cId="3608717991" sldId="286"/>
            <ac:spMk id="2" creationId="{0829DEE5-3E45-4DB7-C70A-75B5B6F6F7DF}"/>
          </ac:spMkLst>
        </pc:spChg>
        <pc:picChg chg="add mod">
          <ac:chgData name="PhamTuyetNgan Vo" userId="S::vop47519@hs-regensburg.de::6eafc975-32e2-4ed2-b112-6f0b1a0a725d" providerId="AD" clId="Web-{233FC40A-44EE-C6E7-C45E-E5C4E5AB7B7A}" dt="2025-06-11T15:57:27.654" v="11" actId="1076"/>
          <ac:picMkLst>
            <pc:docMk/>
            <pc:sldMk cId="3608717991" sldId="286"/>
            <ac:picMk id="5" creationId="{A680A75B-0527-B063-569C-3BAA9B21A2EF}"/>
          </ac:picMkLst>
        </pc:picChg>
      </pc:sldChg>
      <pc:sldChg chg="addSp modSp new">
        <pc:chgData name="PhamTuyetNgan Vo" userId="S::vop47519@hs-regensburg.de::6eafc975-32e2-4ed2-b112-6f0b1a0a725d" providerId="AD" clId="Web-{233FC40A-44EE-C6E7-C45E-E5C4E5AB7B7A}" dt="2025-06-11T16:04:04.671" v="36" actId="20577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233FC40A-44EE-C6E7-C45E-E5C4E5AB7B7A}" dt="2025-06-11T16:02:56.137" v="28" actId="1076"/>
          <ac:spMkLst>
            <pc:docMk/>
            <pc:sldMk cId="2166999962" sldId="287"/>
            <ac:spMk id="2" creationId="{E31C5609-03E2-7049-96C7-24A818751D1F}"/>
          </ac:spMkLst>
        </pc:spChg>
        <pc:spChg chg="add mod">
          <ac:chgData name="PhamTuyetNgan Vo" userId="S::vop47519@hs-regensburg.de::6eafc975-32e2-4ed2-b112-6f0b1a0a725d" providerId="AD" clId="Web-{233FC40A-44EE-C6E7-C45E-E5C4E5AB7B7A}" dt="2025-06-11T16:04:04.671" v="36" actId="20577"/>
          <ac:spMkLst>
            <pc:docMk/>
            <pc:sldMk cId="2166999962" sldId="287"/>
            <ac:spMk id="5" creationId="{28D35578-5B11-CA01-F659-F2B96792D269}"/>
          </ac:spMkLst>
        </pc:spChg>
      </pc:sldChg>
    </pc:docChg>
  </pc:docChgLst>
  <pc:docChgLst>
    <pc:chgData name="QuangTung Vo" userId="S::voq47493@hs-regensburg.de::70ca6c10-5c96-45a7-9902-38ac12776db3" providerId="AD" clId="Web-{FE9CE018-A184-A05E-C28E-ED57114870D4}"/>
    <pc:docChg chg="addSld modSld addMainMaster delMainMaster">
      <pc:chgData name="QuangTung Vo" userId="S::voq47493@hs-regensburg.de::70ca6c10-5c96-45a7-9902-38ac12776db3" providerId="AD" clId="Web-{FE9CE018-A184-A05E-C28E-ED57114870D4}" dt="2025-06-04T18:19:22.083" v="1"/>
      <pc:docMkLst>
        <pc:docMk/>
      </pc:docMkLst>
      <pc:sldChg chg="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0" sldId="256"/>
        </pc:sldMkLst>
      </pc:sldChg>
      <pc:sldChg chg="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0" sldId="257"/>
        </pc:sldMkLst>
      </pc:sldChg>
      <pc:sldChg chg="modSp 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3839957984" sldId="258"/>
        </pc:sldMkLst>
        <pc:spChg chg="mod ord">
          <ac:chgData name="QuangTung Vo" userId="S::voq47493@hs-regensburg.de::70ca6c10-5c96-45a7-9902-38ac12776db3" providerId="AD" clId="Web-{FE9CE018-A184-A05E-C28E-ED57114870D4}" dt="2025-06-04T18:19:22.083" v="1"/>
          <ac:spMkLst>
            <pc:docMk/>
            <pc:sldMk cId="3839957984" sldId="258"/>
            <ac:spMk id="2" creationId="{51BFD748-CB37-49A0-C7D6-85B27C6EC92B}"/>
          </ac:spMkLst>
        </pc:spChg>
      </pc:sldChg>
      <pc:sldChg chg="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1115697934" sldId="259"/>
        </pc:sldMkLst>
      </pc:sldChg>
      <pc:sldChg chg="modSp 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3830050188" sldId="260"/>
        </pc:sldMkLst>
        <pc:spChg chg="mod ord">
          <ac:chgData name="QuangTung Vo" userId="S::voq47493@hs-regensburg.de::70ca6c10-5c96-45a7-9902-38ac12776db3" providerId="AD" clId="Web-{FE9CE018-A184-A05E-C28E-ED57114870D4}" dt="2025-06-04T18:19:22.083" v="1"/>
          <ac:spMkLst>
            <pc:docMk/>
            <pc:sldMk cId="3830050188" sldId="260"/>
            <ac:spMk id="2" creationId="{DA51088B-6FAA-E96D-88DC-D52BA33135D1}"/>
          </ac:spMkLst>
        </pc:spChg>
      </pc:sldChg>
      <pc:sldChg chg="modSp new 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3447179358" sldId="261"/>
        </pc:sldMkLst>
        <pc:spChg chg="mod ord">
          <ac:chgData name="QuangTung Vo" userId="S::voq47493@hs-regensburg.de::70ca6c10-5c96-45a7-9902-38ac12776db3" providerId="AD" clId="Web-{FE9CE018-A184-A05E-C28E-ED57114870D4}" dt="2025-06-04T18:19:22.083" v="1"/>
          <ac:spMkLst>
            <pc:docMk/>
            <pc:sldMk cId="3447179358" sldId="261"/>
            <ac:spMk id="2" creationId="{3357321C-E625-FA1B-71F5-50D77A7654D1}"/>
          </ac:spMkLst>
        </pc:spChg>
      </pc:sldChg>
      <pc:sldMasterChg chg="del delSldLayout">
        <pc:chgData name="QuangTung Vo" userId="S::voq47493@hs-regensburg.de::70ca6c10-5c96-45a7-9902-38ac12776db3" providerId="AD" clId="Web-{FE9CE018-A184-A05E-C28E-ED57114870D4}" dt="2025-06-04T18:19:22.083" v="1"/>
        <pc:sldMasterMkLst>
          <pc:docMk/>
          <pc:sldMasterMk cId="2209977519" sldId="2147483648"/>
        </pc:sldMasterMkLst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addSldLayout modSldLayout">
        <pc:chgData name="QuangTung Vo" userId="S::voq47493@hs-regensburg.de::70ca6c10-5c96-45a7-9902-38ac12776db3" providerId="AD" clId="Web-{FE9CE018-A184-A05E-C28E-ED57114870D4}" dt="2025-06-04T18:19:22.083" v="1"/>
        <pc:sldMasterMkLst>
          <pc:docMk/>
          <pc:sldMasterMk cId="2091119394" sldId="2147483660"/>
        </pc:sldMasterMkLst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4011058597" sldId="2147483661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187748865" sldId="2147483662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362716158" sldId="2147483663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4247940817" sldId="2147483664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1600428984" sldId="2147483665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057390918" sldId="2147483666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1201886114" sldId="2147483667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3043438830" sldId="2147483668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439680520" sldId="2147483669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3713685168" sldId="2147483670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69585997" sldId="2147483671"/>
          </pc:sldLayoutMkLst>
        </pc:sldLayoutChg>
      </pc:sldMasterChg>
    </pc:docChg>
  </pc:docChgLst>
  <pc:docChgLst>
    <pc:chgData name="PhamTuyetNgan Vo" userId="S::vop47519@hs-regensburg.de::6eafc975-32e2-4ed2-b112-6f0b1a0a725d" providerId="AD" clId="Web-{229D8281-1EA5-AE77-7200-90CEC506C096}"/>
    <pc:docChg chg="modSld sldOrd">
      <pc:chgData name="PhamTuyetNgan Vo" userId="S::vop47519@hs-regensburg.de::6eafc975-32e2-4ed2-b112-6f0b1a0a725d" providerId="AD" clId="Web-{229D8281-1EA5-AE77-7200-90CEC506C096}" dt="2025-06-16T09:22:21.502" v="64" actId="1076"/>
      <pc:docMkLst>
        <pc:docMk/>
      </pc:docMkLst>
      <pc:sldChg chg="modSp">
        <pc:chgData name="PhamTuyetNgan Vo" userId="S::vop47519@hs-regensburg.de::6eafc975-32e2-4ed2-b112-6f0b1a0a725d" providerId="AD" clId="Web-{229D8281-1EA5-AE77-7200-90CEC506C096}" dt="2025-06-16T08:58:02.158" v="52" actId="20577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229D8281-1EA5-AE77-7200-90CEC506C096}" dt="2025-06-16T08:58:02.158" v="52" actId="20577"/>
          <ac:spMkLst>
            <pc:docMk/>
            <pc:sldMk cId="2166999962" sldId="287"/>
            <ac:spMk id="5" creationId="{28D35578-5B11-CA01-F659-F2B96792D269}"/>
          </ac:spMkLst>
        </pc:spChg>
        <pc:picChg chg="mod">
          <ac:chgData name="PhamTuyetNgan Vo" userId="S::vop47519@hs-regensburg.de::6eafc975-32e2-4ed2-b112-6f0b1a0a725d" providerId="AD" clId="Web-{229D8281-1EA5-AE77-7200-90CEC506C096}" dt="2025-06-16T08:56:52.625" v="44" actId="14100"/>
          <ac:picMkLst>
            <pc:docMk/>
            <pc:sldMk cId="2166999962" sldId="287"/>
            <ac:picMk id="6" creationId="{C2105099-99D3-B618-568B-24222830E3C5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8:56:46.953" v="43" actId="14100"/>
          <ac:picMkLst>
            <pc:docMk/>
            <pc:sldMk cId="2166999962" sldId="287"/>
            <ac:picMk id="7" creationId="{468EF573-BC03-544B-23B7-8D0A357AFD9F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8:56:56.828" v="45" actId="14100"/>
          <ac:picMkLst>
            <pc:docMk/>
            <pc:sldMk cId="2166999962" sldId="287"/>
            <ac:picMk id="619" creationId="{445C6447-7D1A-40ED-F9A3-F52F94784194}"/>
          </ac:picMkLst>
        </pc:picChg>
      </pc:sldChg>
      <pc:sldChg chg="ord">
        <pc:chgData name="PhamTuyetNgan Vo" userId="S::vop47519@hs-regensburg.de::6eafc975-32e2-4ed2-b112-6f0b1a0a725d" providerId="AD" clId="Web-{229D8281-1EA5-AE77-7200-90CEC506C096}" dt="2025-06-16T08:58:11.049" v="53"/>
        <pc:sldMkLst>
          <pc:docMk/>
          <pc:sldMk cId="1661072374" sldId="291"/>
        </pc:sldMkLst>
      </pc:sldChg>
      <pc:sldChg chg="modSp">
        <pc:chgData name="PhamTuyetNgan Vo" userId="S::vop47519@hs-regensburg.de::6eafc975-32e2-4ed2-b112-6f0b1a0a725d" providerId="AD" clId="Web-{229D8281-1EA5-AE77-7200-90CEC506C096}" dt="2025-06-16T09:22:21.502" v="64" actId="1076"/>
        <pc:sldMkLst>
          <pc:docMk/>
          <pc:sldMk cId="2113395588" sldId="294"/>
        </pc:sldMkLst>
        <pc:graphicFrameChg chg="mod modGraphic">
          <ac:chgData name="PhamTuyetNgan Vo" userId="S::vop47519@hs-regensburg.de::6eafc975-32e2-4ed2-b112-6f0b1a0a725d" providerId="AD" clId="Web-{229D8281-1EA5-AE77-7200-90CEC506C096}" dt="2025-06-16T09:22:04.064" v="56" actId="1076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mod">
          <ac:chgData name="PhamTuyetNgan Vo" userId="S::vop47519@hs-regensburg.de::6eafc975-32e2-4ed2-b112-6f0b1a0a725d" providerId="AD" clId="Web-{229D8281-1EA5-AE77-7200-90CEC506C096}" dt="2025-06-16T09:22:08.532" v="58" actId="1076"/>
          <ac:picMkLst>
            <pc:docMk/>
            <pc:sldMk cId="2113395588" sldId="294"/>
            <ac:picMk id="4" creationId="{04AA6021-8C13-1663-3D1D-5C4165240FE1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9:22:15.673" v="61" actId="1076"/>
          <ac:picMkLst>
            <pc:docMk/>
            <pc:sldMk cId="2113395588" sldId="294"/>
            <ac:picMk id="8" creationId="{40302531-3B27-F1FF-FD4E-4C3A42AA67EE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9:22:21.502" v="64" actId="1076"/>
          <ac:picMkLst>
            <pc:docMk/>
            <pc:sldMk cId="2113395588" sldId="294"/>
            <ac:picMk id="14" creationId="{E97C3407-0488-EF52-792E-F8039647B5A3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9:22:17.173" v="62" actId="1076"/>
          <ac:picMkLst>
            <pc:docMk/>
            <pc:sldMk cId="2113395588" sldId="294"/>
            <ac:picMk id="15" creationId="{C68B6C7B-3DA4-33B8-7EE0-1F9A568382BE}"/>
          </ac:picMkLst>
        </pc:picChg>
      </pc:sldChg>
    </pc:docChg>
  </pc:docChgLst>
  <pc:docChgLst>
    <pc:chgData name="Max Hubauer" userId="S::hum42185@hs-regensburg.de::4aa4017d-c21c-4067-a375-0aad29452a1b" providerId="AD" clId="Web-{02659659-F473-EFE1-8BAD-1488B04E42BE}"/>
    <pc:docChg chg="modSld modMainMaster">
      <pc:chgData name="Max Hubauer" userId="S::hum42185@hs-regensburg.de::4aa4017d-c21c-4067-a375-0aad29452a1b" providerId="AD" clId="Web-{02659659-F473-EFE1-8BAD-1488B04E42BE}" dt="2025-06-11T18:30:55.413" v="7"/>
      <pc:docMkLst>
        <pc:docMk/>
      </pc:docMkLst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0" sldId="256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0" sldId="256"/>
            <ac:spMk id="2" creationId="{5A3BD844-3727-E6C8-8902-983B738B5BF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839957984" sldId="258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839957984" sldId="258"/>
            <ac:spMk id="4" creationId="{E51A3FC5-11CB-B7D4-3A17-3EAAA666A301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115697934" sldId="259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115697934" sldId="259"/>
            <ac:spMk id="2" creationId="{73A69C8D-2478-4A86-FDDF-0CB469D3BD42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830050188" sldId="260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830050188" sldId="260"/>
            <ac:spMk id="3" creationId="{29F55254-508D-ED0B-C3A2-5721C8B3F7F7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447179358" sldId="261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447179358" sldId="261"/>
            <ac:spMk id="3" creationId="{DFD12EE9-1277-292F-068C-2C798FBC231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2323146913" sldId="262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2323146913" sldId="262"/>
            <ac:spMk id="20" creationId="{42B52977-3214-C33A-1BB4-47006A7BC846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240572229" sldId="264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240572229" sldId="264"/>
            <ac:spMk id="10" creationId="{17D06B69-B25A-6832-AEAE-EFFA2563B5D9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800126668" sldId="267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800126668" sldId="267"/>
            <ac:spMk id="20" creationId="{2E0DA8BA-0860-39BB-799E-EBA72F0D8E92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80089971" sldId="269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80089971" sldId="269"/>
            <ac:spMk id="9" creationId="{E4CABE71-32B5-E3A7-9E59-7CF9264B19BB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912317529" sldId="271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912317529" sldId="271"/>
            <ac:spMk id="7" creationId="{454E62E9-7983-3859-2D2F-1C131FB3807B}"/>
          </ac:spMkLst>
        </pc:spChg>
      </pc:sldChg>
      <pc:sldChg chg="delSp mod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662180798" sldId="273"/>
        </pc:sldMkLst>
        <pc:spChg chg="del mod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662180798" sldId="273"/>
            <ac:spMk id="8" creationId="{B8AFF643-4566-3DAE-159B-3B16742A8218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76158537" sldId="274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76158537" sldId="274"/>
            <ac:spMk id="5" creationId="{41639EC0-F956-0A90-39C0-4BF2AE5D97A9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49166377" sldId="275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49166377" sldId="275"/>
            <ac:spMk id="5" creationId="{9D6D07CE-177C-BBD1-616F-DA7B47111977}"/>
          </ac:spMkLst>
        </pc:spChg>
      </pc:sldChg>
      <pc:sldChg chg="addSp delSp modSp">
        <pc:chgData name="Max Hubauer" userId="S::hum42185@hs-regensburg.de::4aa4017d-c21c-4067-a375-0aad29452a1b" providerId="AD" clId="Web-{02659659-F473-EFE1-8BAD-1488B04E42BE}" dt="2025-06-11T18:30:47.537" v="6"/>
        <pc:sldMkLst>
          <pc:docMk/>
          <pc:sldMk cId="1526260408" sldId="276"/>
        </pc:sldMkLst>
        <pc:spChg chg="del mod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526260408" sldId="276"/>
            <ac:spMk id="5" creationId="{FF6D412A-8372-2F98-F179-C3EB57FAA207}"/>
          </ac:spMkLst>
        </pc:spChg>
        <pc:spChg chg="add del mod">
          <ac:chgData name="Max Hubauer" userId="S::hum42185@hs-regensburg.de::4aa4017d-c21c-4067-a375-0aad29452a1b" providerId="AD" clId="Web-{02659659-F473-EFE1-8BAD-1488B04E42BE}" dt="2025-06-11T18:30:47.537" v="6"/>
          <ac:spMkLst>
            <pc:docMk/>
            <pc:sldMk cId="1526260408" sldId="276"/>
            <ac:spMk id="7" creationId="{D6E8BF4C-40EE-6ABC-5B1F-FBF1A5145E33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739728293" sldId="277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739728293" sldId="277"/>
            <ac:spMk id="2" creationId="{C1D6B4C6-A196-E46D-F6B3-9D51A2AB8CF3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0.272" v="3"/>
        <pc:sldMkLst>
          <pc:docMk/>
          <pc:sldMk cId="2205569032" sldId="278"/>
        </pc:sldMkLst>
        <pc:spChg chg="del">
          <ac:chgData name="Max Hubauer" userId="S::hum42185@hs-regensburg.de::4aa4017d-c21c-4067-a375-0aad29452a1b" providerId="AD" clId="Web-{02659659-F473-EFE1-8BAD-1488B04E42BE}" dt="2025-06-11T18:30:40.272" v="3"/>
          <ac:spMkLst>
            <pc:docMk/>
            <pc:sldMk cId="2205569032" sldId="278"/>
            <ac:spMk id="4" creationId="{964C72BF-177A-856F-CBB2-A5DE42F76D60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804985069" sldId="279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804985069" sldId="279"/>
            <ac:spMk id="4" creationId="{847C3706-BF25-80F6-2AA1-A1D7E6383305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870867864" sldId="280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870867864" sldId="280"/>
            <ac:spMk id="8" creationId="{3F045A19-ADF2-A6A5-29EF-0F253367860E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154625045" sldId="281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154625045" sldId="281"/>
            <ac:spMk id="5" creationId="{C91F7FFF-EF2B-3C51-810E-6A2639FCE921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2633609137" sldId="282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2633609137" sldId="282"/>
            <ac:spMk id="4" creationId="{82F56987-09B9-48B8-9473-C61D3A7F9A68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740859355" sldId="283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740859355" sldId="283"/>
            <ac:spMk id="4" creationId="{EC5B3CB0-A544-65CD-8D0B-0578E4B88912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854283771" sldId="284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854283771" sldId="284"/>
            <ac:spMk id="4" creationId="{5B77089B-808C-61F9-05AF-774DD5C1DB3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536581845" sldId="285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536581845" sldId="285"/>
            <ac:spMk id="4" creationId="{4FBA670B-2B5D-9585-F596-1510050B3BE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608717991" sldId="286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608717991" sldId="286"/>
            <ac:spMk id="4" creationId="{D906C431-97AA-0F2D-DEE9-EF126BA2D58C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2166999962" sldId="287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2166999962" sldId="287"/>
            <ac:spMk id="4" creationId="{BEFBBE2F-8790-5319-395B-F21AE81ED494}"/>
          </ac:spMkLst>
        </pc:spChg>
      </pc:sldChg>
      <pc:sldMasterChg chg="mod modSldLayout">
        <pc:chgData name="Max Hubauer" userId="S::hum42185@hs-regensburg.de::4aa4017d-c21c-4067-a375-0aad29452a1b" providerId="AD" clId="Web-{02659659-F473-EFE1-8BAD-1488B04E42BE}" dt="2025-06-11T18:30:55.413" v="7"/>
        <pc:sldMasterMkLst>
          <pc:docMk/>
          <pc:sldMasterMk cId="283662966" sldId="2147483900"/>
        </pc:sldMasterMkLst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3851655963" sldId="2147483901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626802042" sldId="2147483902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979350333" sldId="2147483903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504428237" sldId="2147483904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24330588" sldId="2147483905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944405174" sldId="2147483906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688062116" sldId="2147483907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2222881128" sldId="2147483908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3718651282" sldId="2147483909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3151548553" sldId="2147483910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1318957063" sldId="2147483911"/>
          </pc:sldLayoutMkLst>
        </pc:sldLayoutChg>
      </pc:sldMasterChg>
    </pc:docChg>
  </pc:docChgLst>
  <pc:docChgLst>
    <pc:chgData name="Max Hubauer" userId="S::hum42185@hs-regensburg.de::4aa4017d-c21c-4067-a375-0aad29452a1b" providerId="AD" clId="Web-{5998AB89-2D75-16E6-D1D6-DA359591F61F}"/>
    <pc:docChg chg="mod addSld delSld modSld addMainMaster delMainMaster modMainMaster addSection modSection setSldSz">
      <pc:chgData name="Max Hubauer" userId="S::hum42185@hs-regensburg.de::4aa4017d-c21c-4067-a375-0aad29452a1b" providerId="AD" clId="Web-{5998AB89-2D75-16E6-D1D6-DA359591F61F}" dt="2025-06-05T12:51:19.672" v="138"/>
      <pc:docMkLst>
        <pc:docMk/>
      </pc:docMkLst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0" sldId="256"/>
        </pc:sld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5" creationId="{18D45ECA-126D-216C-6CAD-57C21BE84612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7" creationId="{A1CD694F-171D-F2A6-FE67-D348BCC5B90C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9" creationId="{821E20BB-11B7-310F-50C4-ADDF417BFF8A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14" creationId="{77BE31AA-E98A-E841-2B1B-95D65FD9224F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15" creationId="{097E01C4-2480-8BED-26F6-C2BEB60818ED}"/>
          </ac:spMkLst>
        </pc:spChg>
        <pc:grpChg chg="mod">
          <ac:chgData name="Max Hubauer" userId="S::hum42185@hs-regensburg.de::4aa4017d-c21c-4067-a375-0aad29452a1b" providerId="AD" clId="Web-{5998AB89-2D75-16E6-D1D6-DA359591F61F}" dt="2025-06-05T12:41:11.850" v="28"/>
          <ac:grpSpMkLst>
            <pc:docMk/>
            <pc:sldMk cId="0" sldId="256"/>
            <ac:grpSpMk id="16" creationId="{37467544-D0F2-D589-5896-9C516B2790FC}"/>
          </ac:grpSpMkLst>
        </pc:grp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0" sldId="257"/>
        </pc:sld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7"/>
            <ac:spMk id="3" creationId="{00000000-0000-0000-0000-000000000000}"/>
          </ac:spMkLst>
        </pc:sp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3839957984" sldId="258"/>
        </pc:sldMkLst>
        <pc:spChg chg="mod ord">
          <ac:chgData name="Max Hubauer" userId="S::hum42185@hs-regensburg.de::4aa4017d-c21c-4067-a375-0aad29452a1b" providerId="AD" clId="Web-{5998AB89-2D75-16E6-D1D6-DA359591F61F}" dt="2025-06-05T12:49:25.714" v="102"/>
          <ac:spMkLst>
            <pc:docMk/>
            <pc:sldMk cId="3839957984" sldId="258"/>
            <ac:spMk id="2" creationId="{51BFD748-CB37-49A0-C7D6-85B27C6EC92B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3" creationId="{521D5070-84E7-4DC6-1D87-9F484C1451A4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Max Hubauer" userId="S::hum42185@hs-regensburg.de::4aa4017d-c21c-4067-a375-0aad29452a1b" providerId="AD" clId="Web-{5998AB89-2D75-16E6-D1D6-DA359591F61F}" dt="2025-06-05T12:41:04.162" v="2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9957984" sldId="258"/>
            <ac:picMk id="19" creationId="{B5C06DAA-3250-A0BC-FD12-88C1DD02AD74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9957984" sldId="258"/>
            <ac:picMk id="21" creationId="{0DBC3F24-25EB-3ED8-FF0C-C88491FB685F}"/>
          </ac:picMkLst>
        </pc:pic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1115697934" sldId="259"/>
        </pc:sldMkLst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1115697934" sldId="259"/>
            <ac:picMk id="5" creationId="{F1FE5356-DC43-6C04-C2FB-AB03E077A4CA}"/>
          </ac:picMkLst>
        </pc:pic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3830050188" sldId="260"/>
        </pc:sldMkLst>
        <pc:spChg chg="mod ord">
          <ac:chgData name="Max Hubauer" userId="S::hum42185@hs-regensburg.de::4aa4017d-c21c-4067-a375-0aad29452a1b" providerId="AD" clId="Web-{5998AB89-2D75-16E6-D1D6-DA359591F61F}" dt="2025-06-05T12:49:25.714" v="102"/>
          <ac:spMkLst>
            <pc:docMk/>
            <pc:sldMk cId="3830050188" sldId="260"/>
            <ac:spMk id="2" creationId="{DA51088B-6FAA-E96D-88DC-D52BA33135D1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0050188" sldId="260"/>
            <ac:spMk id="8" creationId="{C65BBDCF-FCE0-6C5A-993C-5E6CD07A64E5}"/>
          </ac:spMkLst>
        </pc:sp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3447179358" sldId="261"/>
        </pc:sldMkLst>
        <pc:spChg chg="mod ord">
          <ac:chgData name="Max Hubauer" userId="S::hum42185@hs-regensburg.de::4aa4017d-c21c-4067-a375-0aad29452a1b" providerId="AD" clId="Web-{5998AB89-2D75-16E6-D1D6-DA359591F61F}" dt="2025-06-05T12:49:25.714" v="102"/>
          <ac:spMkLst>
            <pc:docMk/>
            <pc:sldMk cId="3447179358" sldId="261"/>
            <ac:spMk id="2" creationId="{3357321C-E625-FA1B-71F5-50D77A7654D1}"/>
          </ac:spMkLst>
        </pc:spChg>
      </pc:sldChg>
      <pc:sldChg chg="modSp add del mod modClrScheme chgLayout">
        <pc:chgData name="Max Hubauer" userId="S::hum42185@hs-regensburg.de::4aa4017d-c21c-4067-a375-0aad29452a1b" providerId="AD" clId="Web-{5998AB89-2D75-16E6-D1D6-DA359591F61F}" dt="2025-06-05T12:42:53.698" v="55"/>
        <pc:sldMkLst>
          <pc:docMk/>
          <pc:sldMk cId="527795484" sldId="262"/>
        </pc:sld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0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2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3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4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5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8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9" creationId="{F4277D4A-A485-B051-6484-450A6314BC26}"/>
          </ac:spMkLst>
        </pc:spChg>
        <pc:picChg chg="mod">
          <ac:chgData name="Max Hubauer" userId="S::hum42185@hs-regensburg.de::4aa4017d-c21c-4067-a375-0aad29452a1b" providerId="AD" clId="Web-{5998AB89-2D75-16E6-D1D6-DA359591F61F}" dt="2025-06-05T12:41:32.664" v="45" actId="1076"/>
          <ac:picMkLst>
            <pc:docMk/>
            <pc:sldMk cId="527795484" sldId="262"/>
            <ac:picMk id="21" creationId="{BDD14176-019A-7841-1D2F-E5C3FC0844F9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2.882" v="46" actId="1076"/>
          <ac:picMkLst>
            <pc:docMk/>
            <pc:sldMk cId="527795484" sldId="262"/>
            <ac:picMk id="23" creationId="{3CD2A120-A7A0-C941-4B97-47A4E651E4C8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3.710" v="49" actId="1076"/>
          <ac:picMkLst>
            <pc:docMk/>
            <pc:sldMk cId="527795484" sldId="262"/>
            <ac:picMk id="25" creationId="{55CA8617-6DF5-0010-D444-205174F139AE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3.492" v="48" actId="1076"/>
          <ac:picMkLst>
            <pc:docMk/>
            <pc:sldMk cId="527795484" sldId="262"/>
            <ac:picMk id="27" creationId="{A8FB0214-AB3C-00BB-8CDB-83090AFBA73B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1.570" v="40" actId="1076"/>
          <ac:picMkLst>
            <pc:docMk/>
            <pc:sldMk cId="527795484" sldId="262"/>
            <ac:picMk id="29" creationId="{740BFC9E-FFB7-7145-93D2-E5630AC09933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1.273" v="39" actId="1076"/>
          <ac:picMkLst>
            <pc:docMk/>
            <pc:sldMk cId="527795484" sldId="262"/>
            <ac:picMk id="31" creationId="{04EEB388-7F22-E0AA-12A9-5992C56C4284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1.038" v="38" actId="1076"/>
          <ac:picMkLst>
            <pc:docMk/>
            <pc:sldMk cId="527795484" sldId="262"/>
            <ac:picMk id="33" creationId="{7D43CF57-368A-DFB5-7A19-4C416B61E976}"/>
          </ac:picMkLst>
        </pc:picChg>
      </pc:sldChg>
      <pc:sldChg chg="addSp delSp modSp new del mod setBg modClrScheme chgLayout">
        <pc:chgData name="Max Hubauer" userId="S::hum42185@hs-regensburg.de::4aa4017d-c21c-4067-a375-0aad29452a1b" providerId="AD" clId="Web-{5998AB89-2D75-16E6-D1D6-DA359591F61F}" dt="2025-06-05T12:51:19.672" v="138"/>
        <pc:sldMkLst>
          <pc:docMk/>
          <pc:sldMk cId="2105054558" sldId="262"/>
        </pc:sldMkLst>
        <pc:spChg chg="mod ord">
          <ac:chgData name="Max Hubauer" userId="S::hum42185@hs-regensburg.de::4aa4017d-c21c-4067-a375-0aad29452a1b" providerId="AD" clId="Web-{5998AB89-2D75-16E6-D1D6-DA359591F61F}" dt="2025-06-05T12:51:12.718" v="137" actId="1076"/>
          <ac:spMkLst>
            <pc:docMk/>
            <pc:sldMk cId="2105054558" sldId="262"/>
            <ac:spMk id="2" creationId="{ADA3C356-46C0-C464-CB17-48C46D0F437F}"/>
          </ac:spMkLst>
        </pc:spChg>
        <pc:spChg chg="add mod ord">
          <ac:chgData name="Max Hubauer" userId="S::hum42185@hs-regensburg.de::4aa4017d-c21c-4067-a375-0aad29452a1b" providerId="AD" clId="Web-{5998AB89-2D75-16E6-D1D6-DA359591F61F}" dt="2025-06-05T12:50:15.279" v="125" actId="14100"/>
          <ac:spMkLst>
            <pc:docMk/>
            <pc:sldMk cId="2105054558" sldId="262"/>
            <ac:spMk id="3" creationId="{A0CF1E7A-0510-83A3-DD69-929775997810}"/>
          </ac:spMkLst>
        </pc:spChg>
        <pc:spChg chg="add del mod">
          <ac:chgData name="Max Hubauer" userId="S::hum42185@hs-regensburg.de::4aa4017d-c21c-4067-a375-0aad29452a1b" providerId="AD" clId="Web-{5998AB89-2D75-16E6-D1D6-DA359591F61F}" dt="2025-06-05T12:48:29.274" v="86"/>
          <ac:spMkLst>
            <pc:docMk/>
            <pc:sldMk cId="2105054558" sldId="262"/>
            <ac:spMk id="4" creationId="{B4C7570E-12E3-79E0-A053-5028191125E1}"/>
          </ac:spMkLst>
        </pc:spChg>
      </pc:sldChg>
      <pc:sldChg chg="add del">
        <pc:chgData name="Max Hubauer" userId="S::hum42185@hs-regensburg.de::4aa4017d-c21c-4067-a375-0aad29452a1b" providerId="AD" clId="Web-{5998AB89-2D75-16E6-D1D6-DA359591F61F}" dt="2025-06-05T12:42:55.432" v="56"/>
        <pc:sldMkLst>
          <pc:docMk/>
          <pc:sldMk cId="1654197056" sldId="263"/>
        </pc:sldMkLst>
      </pc:sldChg>
      <pc:sldMasterChg chg="del delSldLayout">
        <pc:chgData name="Max Hubauer" userId="S::hum42185@hs-regensburg.de::4aa4017d-c21c-4067-a375-0aad29452a1b" providerId="AD" clId="Web-{5998AB89-2D75-16E6-D1D6-DA359591F61F}" dt="2025-06-05T12:38:51.423" v="1"/>
        <pc:sldMasterMkLst>
          <pc:docMk/>
          <pc:sldMasterMk cId="3858622780" sldId="2147483684"/>
        </pc:sldMasterMkLst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773530419" sldId="2147483685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457162889" sldId="2147483686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998431740" sldId="2147483687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1902735798" sldId="2147483688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753458543" sldId="2147483689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979369909" sldId="2147483690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488642242" sldId="2147483691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1372294829" sldId="2147483692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722395747" sldId="2147483693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308828200" sldId="2147483694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2241403535" sldId="2147483695"/>
          </pc:sldLayoutMkLst>
        </pc:sldLayoutChg>
      </pc:sldMasterChg>
      <pc:sldMasterChg chg="modSp add del addSldLayout delSldLayout modSldLayout">
        <pc:chgData name="Max Hubauer" userId="S::hum42185@hs-regensburg.de::4aa4017d-c21c-4067-a375-0aad29452a1b" providerId="AD" clId="Web-{5998AB89-2D75-16E6-D1D6-DA359591F61F}" dt="2025-06-05T12:49:23.980" v="101"/>
        <pc:sldMasterMkLst>
          <pc:docMk/>
          <pc:sldMasterMk cId="900814582" sldId="2147483696"/>
        </pc:sldMaster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2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3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4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5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6" creationId="{00000000-0000-0000-0000-000000000000}"/>
          </ac:spMkLst>
        </pc:sp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506830967" sldId="2147483697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3506830967" sldId="2147483697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3506830967" sldId="2147483697"/>
              <ac:spMk id="3" creationId="{00000000-0000-0000-0000-000000000000}"/>
            </ac:spMkLst>
          </pc:spChg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406264531" sldId="2147483698"/>
          </pc:sldLayoutMkLst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1836874364" sldId="2147483699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836874364" sldId="2147483699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836874364" sldId="2147483699"/>
              <ac:spMk id="3" creationId="{00000000-0000-0000-0000-000000000000}"/>
            </ac:spMkLst>
          </pc:spChg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51270340" sldId="2147483700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51270340" sldId="2147483700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51270340" sldId="2147483700"/>
              <ac:spMk id="4" creationId="{00000000-0000-0000-0000-000000000000}"/>
            </ac:spMkLst>
          </pc:spChg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655121611" sldId="2147483701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4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5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6" creationId="{00000000-0000-0000-0000-000000000000}"/>
            </ac:spMkLst>
          </pc:spChg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045133325" sldId="2147483702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217776269" sldId="2147483703"/>
          </pc:sldLayoutMkLst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2093384975" sldId="2147483704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2093384975" sldId="2147483704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2093384975" sldId="2147483704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2093384975" sldId="2147483704"/>
              <ac:spMk id="4" creationId="{00000000-0000-0000-0000-000000000000}"/>
            </ac:spMkLst>
          </pc:spChg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1031203546" sldId="2147483705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031203546" sldId="2147483705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031203546" sldId="2147483705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031203546" sldId="2147483705"/>
              <ac:spMk id="4" creationId="{00000000-0000-0000-0000-000000000000}"/>
            </ac:spMkLst>
          </pc:spChg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957728422" sldId="2147483706"/>
          </pc:sldLayoutMkLst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4242846527" sldId="2147483707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4242846527" sldId="2147483707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4242846527" sldId="2147483707"/>
              <ac:spMk id="3" creationId="{00000000-0000-0000-0000-000000000000}"/>
            </ac:spMkLst>
          </pc:spChg>
        </pc:sldLayoutChg>
      </pc:sldMasterChg>
      <pc:sldMasterChg chg="add del addSldLayout delSldLayout modSldLayout">
        <pc:chgData name="Max Hubauer" userId="S::hum42185@hs-regensburg.de::4aa4017d-c21c-4067-a375-0aad29452a1b" providerId="AD" clId="Web-{5998AB89-2D75-16E6-D1D6-DA359591F61F}" dt="2025-06-05T12:49:25.714" v="102"/>
        <pc:sldMasterMkLst>
          <pc:docMk/>
          <pc:sldMasterMk cId="2718444372" sldId="2147483708"/>
        </pc:sldMasterMkLst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498450354" sldId="2147483709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562061814" sldId="2147483710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686349008" sldId="2147483711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2784824816" sldId="2147483712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2275495747" sldId="2147483713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966006752" sldId="2147483714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710062613" sldId="2147483715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2110123212" sldId="2147483716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906336642" sldId="2147483717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469231079" sldId="2147483718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1563948700" sldId="2147483719"/>
          </pc:sldLayoutMkLst>
        </pc:sldLayoutChg>
      </pc:sldMasterChg>
      <pc:sldMasterChg chg="add addSldLayout modSldLayout">
        <pc:chgData name="Max Hubauer" userId="S::hum42185@hs-regensburg.de::4aa4017d-c21c-4067-a375-0aad29452a1b" providerId="AD" clId="Web-{5998AB89-2D75-16E6-D1D6-DA359591F61F}" dt="2025-06-05T12:49:25.714" v="102"/>
        <pc:sldMasterMkLst>
          <pc:docMk/>
          <pc:sldMasterMk cId="1748724563" sldId="2147483720"/>
        </pc:sldMasterMkLst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4085331365" sldId="2147483721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4156473543" sldId="2147483722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4122572811" sldId="2147483723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282409663" sldId="2147483724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77735991" sldId="2147483725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3633096481" sldId="2147483726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1291062909" sldId="2147483727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2191985082" sldId="2147483728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957447727" sldId="2147483729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700719709" sldId="2147483730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2840614662" sldId="2147483731"/>
          </pc:sldLayoutMkLst>
        </pc:sldLayoutChg>
      </pc:sldMasterChg>
    </pc:docChg>
  </pc:docChgLst>
  <pc:docChgLst>
    <pc:chgData name="Max Hubauer" userId="S::hum42185@hs-regensburg.de::4aa4017d-c21c-4067-a375-0aad29452a1b" providerId="AD" clId="Web-{B942ECCC-18C3-6FF3-9865-5C9A975F9EB1}"/>
    <pc:docChg chg="modSld addMainMaster delMainMaster">
      <pc:chgData name="Max Hubauer" userId="S::hum42185@hs-regensburg.de::4aa4017d-c21c-4067-a375-0aad29452a1b" providerId="AD" clId="Web-{B942ECCC-18C3-6FF3-9865-5C9A975F9EB1}" dt="2025-06-05T10:34:02.602" v="0"/>
      <pc:docMkLst>
        <pc:docMk/>
      </pc:docMkLst>
      <pc:sldChg chg="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0" sldId="256"/>
        </pc:sldMkLst>
      </pc:sldChg>
      <pc:sldChg chg="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0" sldId="257"/>
        </pc:sldMkLst>
      </pc:sldChg>
      <pc:sldChg chg="modSp 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3839957984" sldId="258"/>
        </pc:sldMkLst>
        <pc:spChg chg="mod ord">
          <ac:chgData name="Max Hubauer" userId="S::hum42185@hs-regensburg.de::4aa4017d-c21c-4067-a375-0aad29452a1b" providerId="AD" clId="Web-{B942ECCC-18C3-6FF3-9865-5C9A975F9EB1}" dt="2025-06-05T10:34:02.602" v="0"/>
          <ac:spMkLst>
            <pc:docMk/>
            <pc:sldMk cId="3839957984" sldId="258"/>
            <ac:spMk id="2" creationId="{51BFD748-CB37-49A0-C7D6-85B27C6EC92B}"/>
          </ac:spMkLst>
        </pc:spChg>
      </pc:sldChg>
      <pc:sldChg chg="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1115697934" sldId="259"/>
        </pc:sldMkLst>
      </pc:sldChg>
      <pc:sldChg chg="modSp 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3830050188" sldId="260"/>
        </pc:sldMkLst>
        <pc:spChg chg="mod ord">
          <ac:chgData name="Max Hubauer" userId="S::hum42185@hs-regensburg.de::4aa4017d-c21c-4067-a375-0aad29452a1b" providerId="AD" clId="Web-{B942ECCC-18C3-6FF3-9865-5C9A975F9EB1}" dt="2025-06-05T10:34:02.602" v="0"/>
          <ac:spMkLst>
            <pc:docMk/>
            <pc:sldMk cId="3830050188" sldId="260"/>
            <ac:spMk id="2" creationId="{DA51088B-6FAA-E96D-88DC-D52BA33135D1}"/>
          </ac:spMkLst>
        </pc:spChg>
      </pc:sldChg>
      <pc:sldChg chg="modSp 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3447179358" sldId="261"/>
        </pc:sldMkLst>
        <pc:spChg chg="mod ord">
          <ac:chgData name="Max Hubauer" userId="S::hum42185@hs-regensburg.de::4aa4017d-c21c-4067-a375-0aad29452a1b" providerId="AD" clId="Web-{B942ECCC-18C3-6FF3-9865-5C9A975F9EB1}" dt="2025-06-05T10:34:02.602" v="0"/>
          <ac:spMkLst>
            <pc:docMk/>
            <pc:sldMk cId="3447179358" sldId="261"/>
            <ac:spMk id="2" creationId="{3357321C-E625-FA1B-71F5-50D77A7654D1}"/>
          </ac:spMkLst>
        </pc:spChg>
      </pc:sldChg>
      <pc:sldMasterChg chg="del delSldLayout">
        <pc:chgData name="Max Hubauer" userId="S::hum42185@hs-regensburg.de::4aa4017d-c21c-4067-a375-0aad29452a1b" providerId="AD" clId="Web-{B942ECCC-18C3-6FF3-9865-5C9A975F9EB1}" dt="2025-06-05T10:34:02.602" v="0"/>
        <pc:sldMasterMkLst>
          <pc:docMk/>
          <pc:sldMasterMk cId="4208838784" sldId="2147483672"/>
        </pc:sldMasterMkLst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442949811" sldId="2147483673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3466537104" sldId="2147483674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552794423" sldId="2147483675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1133272621" sldId="2147483676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415243891" sldId="2147483677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410134679" sldId="2147483678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4211575862" sldId="2147483679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1108120631" sldId="2147483680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060302621" sldId="2147483681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899162092" sldId="2147483682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1207487430" sldId="2147483683"/>
          </pc:sldLayoutMkLst>
        </pc:sldLayoutChg>
      </pc:sldMasterChg>
      <pc:sldMasterChg chg="add addSldLayout modSldLayout">
        <pc:chgData name="Max Hubauer" userId="S::hum42185@hs-regensburg.de::4aa4017d-c21c-4067-a375-0aad29452a1b" providerId="AD" clId="Web-{B942ECCC-18C3-6FF3-9865-5C9A975F9EB1}" dt="2025-06-05T10:34:02.602" v="0"/>
        <pc:sldMasterMkLst>
          <pc:docMk/>
          <pc:sldMasterMk cId="3858622780" sldId="2147483684"/>
        </pc:sldMasterMkLst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773530419" sldId="2147483685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457162889" sldId="2147483686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998431740" sldId="2147483687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1902735798" sldId="2147483688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753458543" sldId="2147483689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979369909" sldId="2147483690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488642242" sldId="2147483691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1372294829" sldId="2147483692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722395747" sldId="2147483693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308828200" sldId="2147483694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2241403535" sldId="2147483695"/>
          </pc:sldLayoutMkLst>
        </pc:sldLayoutChg>
      </pc:sldMasterChg>
    </pc:docChg>
  </pc:docChgLst>
  <pc:docChgLst>
    <pc:chgData name="QuangTung Vo" userId="S::voq47493@hs-regensburg.de::70ca6c10-5c96-45a7-9902-38ac12776db3" providerId="AD" clId="Web-{5A6ED0AB-6A18-3BB8-A85E-330C9300DE92}"/>
    <pc:docChg chg="addSld modSld modSection">
      <pc:chgData name="QuangTung Vo" userId="S::voq47493@hs-regensburg.de::70ca6c10-5c96-45a7-9902-38ac12776db3" providerId="AD" clId="Web-{5A6ED0AB-6A18-3BB8-A85E-330C9300DE92}" dt="2025-06-09T11:15:49.879" v="13" actId="20577"/>
      <pc:docMkLst>
        <pc:docMk/>
      </pc:docMkLst>
      <pc:sldChg chg="delSp">
        <pc:chgData name="QuangTung Vo" userId="S::voq47493@hs-regensburg.de::70ca6c10-5c96-45a7-9902-38ac12776db3" providerId="AD" clId="Web-{5A6ED0AB-6A18-3BB8-A85E-330C9300DE92}" dt="2025-06-09T11:11:55.387" v="0"/>
        <pc:sldMkLst>
          <pc:docMk/>
          <pc:sldMk cId="1115697934" sldId="259"/>
        </pc:sldMkLst>
        <pc:picChg chg="del">
          <ac:chgData name="QuangTung Vo" userId="S::voq47493@hs-regensburg.de::70ca6c10-5c96-45a7-9902-38ac12776db3" providerId="AD" clId="Web-{5A6ED0AB-6A18-3BB8-A85E-330C9300DE92}" dt="2025-06-09T11:11:55.387" v="0"/>
          <ac:picMkLst>
            <pc:docMk/>
            <pc:sldMk cId="1115697934" sldId="259"/>
            <ac:picMk id="5" creationId="{F1FE5356-DC43-6C04-C2FB-AB03E077A4CA}"/>
          </ac:picMkLst>
        </pc:picChg>
      </pc:sldChg>
      <pc:sldChg chg="addSp modSp new">
        <pc:chgData name="QuangTung Vo" userId="S::voq47493@hs-regensburg.de::70ca6c10-5c96-45a7-9902-38ac12776db3" providerId="AD" clId="Web-{5A6ED0AB-6A18-3BB8-A85E-330C9300DE92}" dt="2025-06-09T11:15:49.879" v="13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5A6ED0AB-6A18-3BB8-A85E-330C9300DE92}" dt="2025-06-09T11:14:57.003" v="7" actId="1076"/>
          <ac:spMkLst>
            <pc:docMk/>
            <pc:sldMk cId="2205569032" sldId="278"/>
            <ac:spMk id="2" creationId="{9CB8137F-1F6D-A666-EEDE-E81451368579}"/>
          </ac:spMkLst>
        </pc:spChg>
        <pc:spChg chg="add mod">
          <ac:chgData name="QuangTung Vo" userId="S::voq47493@hs-regensburg.de::70ca6c10-5c96-45a7-9902-38ac12776db3" providerId="AD" clId="Web-{5A6ED0AB-6A18-3BB8-A85E-330C9300DE92}" dt="2025-06-09T11:15:49.879" v="13" actId="20577"/>
          <ac:spMkLst>
            <pc:docMk/>
            <pc:sldMk cId="2205569032" sldId="278"/>
            <ac:spMk id="5" creationId="{D04CF8B5-E695-6477-3F95-7EC3F90C92DB}"/>
          </ac:spMkLst>
        </pc:spChg>
      </pc:sldChg>
    </pc:docChg>
  </pc:docChgLst>
  <pc:docChgLst>
    <pc:chgData name="Max Hubauer" userId="S::hum42185@hs-regensburg.de::4aa4017d-c21c-4067-a375-0aad29452a1b" providerId="AD" clId="Web-{88DB9C2F-B2D3-CC5E-CA67-81EFC60F5B79}"/>
    <pc:docChg chg="mod addSld delSld modSld sldOrd modMainMaster addSection modSection">
      <pc:chgData name="Max Hubauer" userId="S::hum42185@hs-regensburg.de::4aa4017d-c21c-4067-a375-0aad29452a1b" providerId="AD" clId="Web-{88DB9C2F-B2D3-CC5E-CA67-81EFC60F5B79}" dt="2025-06-09T09:02:16.076" v="518" actId="20577"/>
      <pc:docMkLst>
        <pc:docMk/>
      </pc:docMkLst>
      <pc:sldChg chg="addSp modSp">
        <pc:chgData name="Max Hubauer" userId="S::hum42185@hs-regensburg.de::4aa4017d-c21c-4067-a375-0aad29452a1b" providerId="AD" clId="Web-{88DB9C2F-B2D3-CC5E-CA67-81EFC60F5B79}" dt="2025-06-09T08:35:25.627" v="263" actId="20577"/>
        <pc:sldMkLst>
          <pc:docMk/>
          <pc:sldMk cId="0" sldId="256"/>
        </pc:sldMkLst>
        <pc:spChg chg="add mod">
          <ac:chgData name="Max Hubauer" userId="S::hum42185@hs-regensburg.de::4aa4017d-c21c-4067-a375-0aad29452a1b" providerId="AD" clId="Web-{88DB9C2F-B2D3-CC5E-CA67-81EFC60F5B79}" dt="2025-06-09T08:35:25.627" v="263" actId="20577"/>
          <ac:spMkLst>
            <pc:docMk/>
            <pc:sldMk cId="0" sldId="256"/>
            <ac:spMk id="2" creationId="{5A3BD844-3727-E6C8-8902-983B738B5BFF}"/>
          </ac:spMkLst>
        </pc:spChg>
      </pc:sldChg>
      <pc:sldChg chg="del">
        <pc:chgData name="Max Hubauer" userId="S::hum42185@hs-regensburg.de::4aa4017d-c21c-4067-a375-0aad29452a1b" providerId="AD" clId="Web-{88DB9C2F-B2D3-CC5E-CA67-81EFC60F5B79}" dt="2025-06-09T08:19:17.249" v="0"/>
        <pc:sldMkLst>
          <pc:docMk/>
          <pc:sldMk cId="0" sldId="257"/>
        </pc:sldMkLst>
      </pc:sldChg>
      <pc:sldChg chg="addSp modSp">
        <pc:chgData name="Max Hubauer" userId="S::hum42185@hs-regensburg.de::4aa4017d-c21c-4067-a375-0aad29452a1b" providerId="AD" clId="Web-{88DB9C2F-B2D3-CC5E-CA67-81EFC60F5B79}" dt="2025-06-09T08:39:15.573" v="319"/>
        <pc:sldMkLst>
          <pc:docMk/>
          <pc:sldMk cId="3839957984" sldId="258"/>
        </pc:sldMkLst>
        <pc:spChg chg="mod">
          <ac:chgData name="Max Hubauer" userId="S::hum42185@hs-regensburg.de::4aa4017d-c21c-4067-a375-0aad29452a1b" providerId="AD" clId="Web-{88DB9C2F-B2D3-CC5E-CA67-81EFC60F5B79}" dt="2025-06-09T08:27:08.422" v="26" actId="1076"/>
          <ac:spMkLst>
            <pc:docMk/>
            <pc:sldMk cId="3839957984" sldId="258"/>
            <ac:spMk id="3" creationId="{521D5070-84E7-4DC6-1D87-9F484C1451A4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5:50.206" v="270" actId="20577"/>
          <ac:spMkLst>
            <pc:docMk/>
            <pc:sldMk cId="3839957984" sldId="258"/>
            <ac:spMk id="4" creationId="{E51A3FC5-11CB-B7D4-3A17-3EAAA666A301}"/>
          </ac:spMkLst>
        </pc:spChg>
        <pc:spChg chg="mod">
          <ac:chgData name="Max Hubauer" userId="S::hum42185@hs-regensburg.de::4aa4017d-c21c-4067-a375-0aad29452a1b" providerId="AD" clId="Web-{88DB9C2F-B2D3-CC5E-CA67-81EFC60F5B79}" dt="2025-06-09T08:33:21.592" v="231" actId="20577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88DB9C2F-B2D3-CC5E-CA67-81EFC60F5B79}" dt="2025-06-09T08:28:38.816" v="76" actId="1076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88DB9C2F-B2D3-CC5E-CA67-81EFC60F5B79}" dt="2025-06-09T08:30:42.539" v="164" actId="20577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Max Hubauer" userId="S::hum42185@hs-regensburg.de::4aa4017d-c21c-4067-a375-0aad29452a1b" providerId="AD" clId="Web-{88DB9C2F-B2D3-CC5E-CA67-81EFC60F5B79}" dt="2025-06-09T08:29:51.584" v="119" actId="14100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88DB9C2F-B2D3-CC5E-CA67-81EFC60F5B79}" dt="2025-06-09T08:32:19.589" v="186" actId="1076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Max Hubauer" userId="S::hum42185@hs-regensburg.de::4aa4017d-c21c-4067-a375-0aad29452a1b" providerId="AD" clId="Web-{88DB9C2F-B2D3-CC5E-CA67-81EFC60F5B79}" dt="2025-06-09T08:30:01.366" v="120" actId="1076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29:13.458" v="81" actId="107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9:15.573" v="319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1:09.509" v="168" actId="1076"/>
          <ac:picMkLst>
            <pc:docMk/>
            <pc:sldMk cId="3839957984" sldId="258"/>
            <ac:picMk id="19" creationId="{B5C06DAA-3250-A0BC-FD12-88C1DD02AD74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1:07.009" v="167" actId="1076"/>
          <ac:picMkLst>
            <pc:docMk/>
            <pc:sldMk cId="3839957984" sldId="258"/>
            <ac:picMk id="21" creationId="{0DBC3F24-25EB-3ED8-FF0C-C88491FB685F}"/>
          </ac:picMkLst>
        </pc:pic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115697934" sldId="259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115697934" sldId="259"/>
            <ac:spMk id="2" creationId="{73A69C8D-2478-4A86-FDDF-0CB469D3BD42}"/>
          </ac:spMkLst>
        </pc:spChg>
      </pc:sldChg>
      <pc:sldChg chg="addSp delSp modSp">
        <pc:chgData name="Max Hubauer" userId="S::hum42185@hs-regensburg.de::4aa4017d-c21c-4067-a375-0aad29452a1b" providerId="AD" clId="Web-{88DB9C2F-B2D3-CC5E-CA67-81EFC60F5B79}" dt="2025-06-09T09:02:16.076" v="518" actId="20577"/>
        <pc:sldMkLst>
          <pc:docMk/>
          <pc:sldMk cId="3830050188" sldId="260"/>
        </pc:sldMkLst>
        <pc:spChg chg="del mod">
          <ac:chgData name="Max Hubauer" userId="S::hum42185@hs-regensburg.de::4aa4017d-c21c-4067-a375-0aad29452a1b" providerId="AD" clId="Web-{88DB9C2F-B2D3-CC5E-CA67-81EFC60F5B79}" dt="2025-06-09T08:48:19.749" v="472"/>
          <ac:spMkLst>
            <pc:docMk/>
            <pc:sldMk cId="3830050188" sldId="260"/>
            <ac:spMk id="2" creationId="{DA51088B-6FAA-E96D-88DC-D52BA33135D1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48:36.281" v="475" actId="20577"/>
          <ac:spMkLst>
            <pc:docMk/>
            <pc:sldMk cId="3830050188" sldId="260"/>
            <ac:spMk id="3" creationId="{29F55254-508D-ED0B-C3A2-5721C8B3F7F7}"/>
          </ac:spMkLst>
        </pc:spChg>
        <pc:spChg chg="mod ord">
          <ac:chgData name="Max Hubauer" userId="S::hum42185@hs-regensburg.de::4aa4017d-c21c-4067-a375-0aad29452a1b" providerId="AD" clId="Web-{88DB9C2F-B2D3-CC5E-CA67-81EFC60F5B79}" dt="2025-06-09T09:02:16.076" v="518" actId="20577"/>
          <ac:spMkLst>
            <pc:docMk/>
            <pc:sldMk cId="3830050188" sldId="260"/>
            <ac:spMk id="8" creationId="{C65BBDCF-FCE0-6C5A-993C-5E6CD07A64E5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48:06.827" v="470" actId="14100"/>
          <ac:spMkLst>
            <pc:docMk/>
            <pc:sldMk cId="3830050188" sldId="260"/>
            <ac:spMk id="10" creationId="{7A46B177-FE5C-A8D2-B8FE-382CD8D979F2}"/>
          </ac:spMkLst>
        </pc:spChg>
        <pc:spChg chg="add del mod">
          <ac:chgData name="Max Hubauer" userId="S::hum42185@hs-regensburg.de::4aa4017d-c21c-4067-a375-0aad29452a1b" providerId="AD" clId="Web-{88DB9C2F-B2D3-CC5E-CA67-81EFC60F5B79}" dt="2025-06-09T08:48:26.046" v="474"/>
          <ac:spMkLst>
            <pc:docMk/>
            <pc:sldMk cId="3830050188" sldId="260"/>
            <ac:spMk id="12" creationId="{AAB21761-58E2-9069-315F-81853B251DDE}"/>
          </ac:spMkLst>
        </pc:spChg>
        <pc:picChg chg="mod">
          <ac:chgData name="Max Hubauer" userId="S::hum42185@hs-regensburg.de::4aa4017d-c21c-4067-a375-0aad29452a1b" providerId="AD" clId="Web-{88DB9C2F-B2D3-CC5E-CA67-81EFC60F5B79}" dt="2025-06-09T08:47:28.685" v="449" actId="1076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47:28.716" v="450" actId="1076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47:28.732" v="451" actId="1076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47:28.763" v="452" actId="1076"/>
          <ac:picMkLst>
            <pc:docMk/>
            <pc:sldMk cId="3830050188" sldId="260"/>
            <ac:picMk id="7" creationId="{51DD3F4B-5860-6466-3F41-6801F09E4A5D}"/>
          </ac:picMkLst>
        </pc:pic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447179358" sldId="261"/>
        </pc:sldMkLst>
        <pc:spChg chg="mod">
          <ac:chgData name="Max Hubauer" userId="S::hum42185@hs-regensburg.de::4aa4017d-c21c-4067-a375-0aad29452a1b" providerId="AD" clId="Web-{88DB9C2F-B2D3-CC5E-CA67-81EFC60F5B79}" dt="2025-06-09T08:20:32.205" v="2" actId="14100"/>
          <ac:spMkLst>
            <pc:docMk/>
            <pc:sldMk cId="3447179358" sldId="261"/>
            <ac:spMk id="2" creationId="{3357321C-E625-FA1B-71F5-50D77A7654D1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447179358" sldId="261"/>
            <ac:spMk id="3" creationId="{DFD12EE9-1277-292F-068C-2C798FBC231F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2323146913" sldId="262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2323146913" sldId="262"/>
            <ac:spMk id="20" creationId="{42B52977-3214-C33A-1BB4-47006A7BC846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240572229" sldId="264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240572229" sldId="264"/>
            <ac:spMk id="10" creationId="{17D06B69-B25A-6832-AEAE-EFFA2563B5D9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01464842" sldId="265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01464842" sldId="265"/>
            <ac:spMk id="5" creationId="{4CC5F5D7-2E12-2E3B-038E-5A2E080ED5F4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4040134969" sldId="266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4040134969" sldId="266"/>
            <ac:spMk id="5" creationId="{A9795960-0F8A-B59F-2132-3FA63D37209B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800126668" sldId="267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800126668" sldId="267"/>
            <ac:spMk id="20" creationId="{2E0DA8BA-0860-39BB-799E-EBA72F0D8E92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80089971" sldId="269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80089971" sldId="269"/>
            <ac:spMk id="9" creationId="{E4CABE71-32B5-E3A7-9E59-7CF9264B19BB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45:02.211" v="406" actId="20577"/>
        <pc:sldMkLst>
          <pc:docMk/>
          <pc:sldMk cId="912317529" sldId="271"/>
        </pc:sldMkLst>
        <pc:spChg chg="mod">
          <ac:chgData name="Max Hubauer" userId="S::hum42185@hs-regensburg.de::4aa4017d-c21c-4067-a375-0aad29452a1b" providerId="AD" clId="Web-{88DB9C2F-B2D3-CC5E-CA67-81EFC60F5B79}" dt="2025-06-09T08:33:49.014" v="236" actId="20577"/>
          <ac:spMkLst>
            <pc:docMk/>
            <pc:sldMk cId="912317529" sldId="271"/>
            <ac:spMk id="2" creationId="{00000000-0000-0000-0000-000000000000}"/>
          </ac:spMkLst>
        </pc:spChg>
        <pc:spChg chg="mod">
          <ac:chgData name="Max Hubauer" userId="S::hum42185@hs-regensburg.de::4aa4017d-c21c-4067-a375-0aad29452a1b" providerId="AD" clId="Web-{88DB9C2F-B2D3-CC5E-CA67-81EFC60F5B79}" dt="2025-06-09T08:45:02.211" v="406" actId="20577"/>
          <ac:spMkLst>
            <pc:docMk/>
            <pc:sldMk cId="912317529" sldId="271"/>
            <ac:spMk id="3" creationId="{00000000-0000-0000-0000-000000000000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7:14.100" v="282" actId="20577"/>
          <ac:spMkLst>
            <pc:docMk/>
            <pc:sldMk cId="912317529" sldId="271"/>
            <ac:spMk id="7" creationId="{454E62E9-7983-3859-2D2F-1C131FB3807B}"/>
          </ac:spMkLst>
        </pc:spChg>
        <pc:picChg chg="mod modCrop">
          <ac:chgData name="Max Hubauer" userId="S::hum42185@hs-regensburg.de::4aa4017d-c21c-4067-a375-0aad29452a1b" providerId="AD" clId="Web-{88DB9C2F-B2D3-CC5E-CA67-81EFC60F5B79}" dt="2025-06-09T08:40:39.904" v="33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9:43.371" v="325"/>
          <ac:picMkLst>
            <pc:docMk/>
            <pc:sldMk cId="912317529" sldId="271"/>
            <ac:picMk id="5" creationId="{54E14C46-C1B6-1E55-B7F4-C2B4F297BBB1}"/>
          </ac:picMkLst>
        </pc:picChg>
        <pc:picChg chg="mod modCrop">
          <ac:chgData name="Max Hubauer" userId="S::hum42185@hs-regensburg.de::4aa4017d-c21c-4067-a375-0aad29452a1b" providerId="AD" clId="Web-{88DB9C2F-B2D3-CC5E-CA67-81EFC60F5B79}" dt="2025-06-09T08:40:48.780" v="339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modSp del">
        <pc:chgData name="Max Hubauer" userId="S::hum42185@hs-regensburg.de::4aa4017d-c21c-4067-a375-0aad29452a1b" providerId="AD" clId="Web-{88DB9C2F-B2D3-CC5E-CA67-81EFC60F5B79}" dt="2025-06-09T08:45:09.695" v="407"/>
        <pc:sldMkLst>
          <pc:docMk/>
          <pc:sldMk cId="1543563854" sldId="272"/>
        </pc:sldMkLst>
        <pc:spChg chg="mod">
          <ac:chgData name="Max Hubauer" userId="S::hum42185@hs-regensburg.de::4aa4017d-c21c-4067-a375-0aad29452a1b" providerId="AD" clId="Web-{88DB9C2F-B2D3-CC5E-CA67-81EFC60F5B79}" dt="2025-06-09T08:37:42.632" v="292" actId="1076"/>
          <ac:spMkLst>
            <pc:docMk/>
            <pc:sldMk cId="1543563854" sldId="272"/>
            <ac:spMk id="3" creationId="{00000000-0000-0000-0000-000000000000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543563854" sldId="272"/>
            <ac:spMk id="4" creationId="{E84DD663-03E2-E4FF-EA25-896387443EEA}"/>
          </ac:spMkLst>
        </pc:spChg>
        <pc:picChg chg="mod">
          <ac:chgData name="Max Hubauer" userId="S::hum42185@hs-regensburg.de::4aa4017d-c21c-4067-a375-0aad29452a1b" providerId="AD" clId="Web-{88DB9C2F-B2D3-CC5E-CA67-81EFC60F5B79}" dt="2025-06-09T08:37:24.428" v="284" actId="1076"/>
          <ac:picMkLst>
            <pc:docMk/>
            <pc:sldMk cId="1543563854" sldId="272"/>
            <ac:picMk id="10" creationId="{079E3A40-DAD4-6880-1A0B-0D14599287C7}"/>
          </ac:picMkLst>
        </pc:pic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662180798" sldId="273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662180798" sldId="273"/>
            <ac:spMk id="4" creationId="{305513C5-BC25-6594-F9CC-834853BD83CB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76158537" sldId="274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76158537" sldId="274"/>
            <ac:spMk id="4" creationId="{4160A959-20BE-DBA5-3A00-A5E4FFC7B7FC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49166377" sldId="275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49166377" sldId="275"/>
            <ac:spMk id="4" creationId="{86C439B5-B3F4-6D0A-8DFF-BF2C06728AF0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526260408" sldId="276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526260408" sldId="276"/>
            <ac:spMk id="4" creationId="{E7368B82-8D8D-4F45-F139-9AA77CF46D17}"/>
          </ac:spMkLst>
        </pc:spChg>
      </pc:sldChg>
      <pc:sldChg chg="addSp delSp modSp add ord replId">
        <pc:chgData name="Max Hubauer" userId="S::hum42185@hs-regensburg.de::4aa4017d-c21c-4067-a375-0aad29452a1b" providerId="AD" clId="Web-{88DB9C2F-B2D3-CC5E-CA67-81EFC60F5B79}" dt="2025-06-09T08:44:48.976" v="401" actId="20577"/>
        <pc:sldMkLst>
          <pc:docMk/>
          <pc:sldMk cId="739728293" sldId="277"/>
        </pc:sldMkLst>
        <pc:spChg chg="mod">
          <ac:chgData name="Max Hubauer" userId="S::hum42185@hs-regensburg.de::4aa4017d-c21c-4067-a375-0aad29452a1b" providerId="AD" clId="Web-{88DB9C2F-B2D3-CC5E-CA67-81EFC60F5B79}" dt="2025-06-09T08:36:51.412" v="281" actId="20577"/>
          <ac:spMkLst>
            <pc:docMk/>
            <pc:sldMk cId="739728293" sldId="277"/>
            <ac:spMk id="3" creationId="{FFF528C0-DEAB-F5E0-9C66-1BE488373B1A}"/>
          </ac:spMkLst>
        </pc:spChg>
        <pc:spChg chg="add del mod">
          <ac:chgData name="Max Hubauer" userId="S::hum42185@hs-regensburg.de::4aa4017d-c21c-4067-a375-0aad29452a1b" providerId="AD" clId="Web-{88DB9C2F-B2D3-CC5E-CA67-81EFC60F5B79}" dt="2025-06-09T08:37:36.507" v="289"/>
          <ac:spMkLst>
            <pc:docMk/>
            <pc:sldMk cId="739728293" sldId="277"/>
            <ac:spMk id="4" creationId="{16B12A8E-740D-22FD-5260-5A83443B2B5A}"/>
          </ac:spMkLst>
        </pc:spChg>
        <pc:spChg chg="del">
          <ac:chgData name="Max Hubauer" userId="S::hum42185@hs-regensburg.de::4aa4017d-c21c-4067-a375-0aad29452a1b" providerId="AD" clId="Web-{88DB9C2F-B2D3-CC5E-CA67-81EFC60F5B79}" dt="2025-06-09T08:36:43.474" v="276"/>
          <ac:spMkLst>
            <pc:docMk/>
            <pc:sldMk cId="739728293" sldId="277"/>
            <ac:spMk id="6" creationId="{F1250A10-C82F-BDDC-576D-02F17AD50034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44:48.976" v="401" actId="20577"/>
          <ac:spMkLst>
            <pc:docMk/>
            <pc:sldMk cId="739728293" sldId="277"/>
            <ac:spMk id="7" creationId="{7D97D492-A22A-28EF-828F-658442134565}"/>
          </ac:spMkLst>
        </pc:spChg>
        <pc:spChg chg="del">
          <ac:chgData name="Max Hubauer" userId="S::hum42185@hs-regensburg.de::4aa4017d-c21c-4067-a375-0aad29452a1b" providerId="AD" clId="Web-{88DB9C2F-B2D3-CC5E-CA67-81EFC60F5B79}" dt="2025-06-09T08:36:46.115" v="277"/>
          <ac:spMkLst>
            <pc:docMk/>
            <pc:sldMk cId="739728293" sldId="277"/>
            <ac:spMk id="10" creationId="{7896C05B-7FB0-CB31-9D04-D0D789C85DF0}"/>
          </ac:spMkLst>
        </pc:spChg>
        <pc:picChg chg="add mod">
          <ac:chgData name="Max Hubauer" userId="S::hum42185@hs-regensburg.de::4aa4017d-c21c-4067-a375-0aad29452a1b" providerId="AD" clId="Web-{88DB9C2F-B2D3-CC5E-CA67-81EFC60F5B79}" dt="2025-06-09T08:41:21.875" v="344" actId="1076"/>
          <ac:picMkLst>
            <pc:docMk/>
            <pc:sldMk cId="739728293" sldId="277"/>
            <ac:picMk id="9" creationId="{0A891EDF-A2A2-31B5-8CC4-2639D5434DE1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1:21.906" v="345" actId="1076"/>
          <ac:picMkLst>
            <pc:docMk/>
            <pc:sldMk cId="739728293" sldId="277"/>
            <ac:picMk id="12" creationId="{B9898EF0-6DA7-C5D6-E943-A3EA00A0618E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1:21.921" v="346" actId="1076"/>
          <ac:picMkLst>
            <pc:docMk/>
            <pc:sldMk cId="739728293" sldId="277"/>
            <ac:picMk id="14" creationId="{7539B11F-AEBA-8CA0-D223-32FAA011F161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1:21.953" v="347" actId="1076"/>
          <ac:picMkLst>
            <pc:docMk/>
            <pc:sldMk cId="739728293" sldId="277"/>
            <ac:picMk id="16" creationId="{3F378E44-7D76-EE3B-3835-39E9053C867F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2:39.846" v="364" actId="1076"/>
          <ac:picMkLst>
            <pc:docMk/>
            <pc:sldMk cId="739728293" sldId="277"/>
            <ac:picMk id="18" creationId="{E91D9621-DF11-5D71-4375-C6CF019F3C9E}"/>
          </ac:picMkLst>
        </pc:picChg>
      </pc:sldChg>
      <pc:sldMasterChg chg="mod modSldLayout">
        <pc:chgData name="Max Hubauer" userId="S::hum42185@hs-regensburg.de::4aa4017d-c21c-4067-a375-0aad29452a1b" providerId="AD" clId="Web-{88DB9C2F-B2D3-CC5E-CA67-81EFC60F5B79}" dt="2025-06-09T08:35:52.222" v="273"/>
        <pc:sldMasterMkLst>
          <pc:docMk/>
          <pc:sldMasterMk cId="1519558528" sldId="2147483852"/>
        </pc:sldMasterMkLst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66892931" sldId="2147483853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749941026" sldId="2147483854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942033719" sldId="2147483855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124224629" sldId="2147483856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211403335" sldId="2147483857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2109206147" sldId="2147483858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402028572" sldId="2147483859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767348940" sldId="2147483860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4042912870" sldId="2147483861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2459611323" sldId="2147483862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11972624" sldId="2147483863"/>
          </pc:sldLayoutMkLst>
        </pc:sldLayoutChg>
      </pc:sldMasterChg>
    </pc:docChg>
  </pc:docChgLst>
  <pc:docChgLst>
    <pc:chgData name="PhamTuyetNgan Vo" userId="S::vop47519@hs-regensburg.de::6eafc975-32e2-4ed2-b112-6f0b1a0a725d" providerId="AD" clId="Web-{72CE0D4C-2332-635B-97E7-E073C89E3914}"/>
    <pc:docChg chg="addSld delSld modSld sldOrd addSection modSection">
      <pc:chgData name="PhamTuyetNgan Vo" userId="S::vop47519@hs-regensburg.de::6eafc975-32e2-4ed2-b112-6f0b1a0a725d" providerId="AD" clId="Web-{72CE0D4C-2332-635B-97E7-E073C89E3914}" dt="2025-06-16T02:08:00.762" v="1519" actId="1076"/>
      <pc:docMkLst>
        <pc:docMk/>
      </pc:docMkLst>
      <pc:sldChg chg="modSp">
        <pc:chgData name="PhamTuyetNgan Vo" userId="S::vop47519@hs-regensburg.de::6eafc975-32e2-4ed2-b112-6f0b1a0a725d" providerId="AD" clId="Web-{72CE0D4C-2332-635B-97E7-E073C89E3914}" dt="2025-06-15T16:45:10.402" v="342" actId="1076"/>
        <pc:sldMkLst>
          <pc:docMk/>
          <pc:sldMk cId="2205569032" sldId="278"/>
        </pc:sldMkLst>
        <pc:spChg chg="mod">
          <ac:chgData name="PhamTuyetNgan Vo" userId="S::vop47519@hs-regensburg.de::6eafc975-32e2-4ed2-b112-6f0b1a0a725d" providerId="AD" clId="Web-{72CE0D4C-2332-635B-97E7-E073C89E3914}" dt="2025-06-15T16:40:16.830" v="336" actId="14100"/>
          <ac:spMkLst>
            <pc:docMk/>
            <pc:sldMk cId="2205569032" sldId="278"/>
            <ac:spMk id="13" creationId="{49504E96-8893-3DAD-C7C0-6E8900C167D6}"/>
          </ac:spMkLst>
        </pc:spChg>
        <pc:picChg chg="mod">
          <ac:chgData name="PhamTuyetNgan Vo" userId="S::vop47519@hs-regensburg.de::6eafc975-32e2-4ed2-b112-6f0b1a0a725d" providerId="AD" clId="Web-{72CE0D4C-2332-635B-97E7-E073C89E3914}" dt="2025-06-15T16:26:43.304" v="32" actId="14100"/>
          <ac:picMkLst>
            <pc:docMk/>
            <pc:sldMk cId="2205569032" sldId="278"/>
            <ac:picMk id="8" creationId="{95C24160-00E9-ADA5-34B9-97A491A5D0BB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6:45:10.402" v="342" actId="1076"/>
          <ac:picMkLst>
            <pc:docMk/>
            <pc:sldMk cId="2205569032" sldId="278"/>
            <ac:picMk id="14" creationId="{A34D37F2-791B-BACA-8156-6822960BF02E}"/>
          </ac:picMkLst>
        </pc:picChg>
      </pc:sldChg>
      <pc:sldChg chg="ord">
        <pc:chgData name="PhamTuyetNgan Vo" userId="S::vop47519@hs-regensburg.de::6eafc975-32e2-4ed2-b112-6f0b1a0a725d" providerId="AD" clId="Web-{72CE0D4C-2332-635B-97E7-E073C89E3914}" dt="2025-06-16T00:03:19.971" v="1040"/>
        <pc:sldMkLst>
          <pc:docMk/>
          <pc:sldMk cId="3608717991" sldId="286"/>
        </pc:sldMkLst>
      </pc:sldChg>
      <pc:sldChg chg="addSp delSp modSp">
        <pc:chgData name="PhamTuyetNgan Vo" userId="S::vop47519@hs-regensburg.de::6eafc975-32e2-4ed2-b112-6f0b1a0a725d" providerId="AD" clId="Web-{72CE0D4C-2332-635B-97E7-E073C89E3914}" dt="2025-06-16T02:07:22.167" v="1515" actId="20577"/>
        <pc:sldMkLst>
          <pc:docMk/>
          <pc:sldMk cId="2166999962" sldId="287"/>
        </pc:sldMkLst>
        <pc:spChg chg="add mod">
          <ac:chgData name="PhamTuyetNgan Vo" userId="S::vop47519@hs-regensburg.de::6eafc975-32e2-4ed2-b112-6f0b1a0a725d" providerId="AD" clId="Web-{72CE0D4C-2332-635B-97E7-E073C89E3914}" dt="2025-06-16T02:07:22.167" v="1515" actId="20577"/>
          <ac:spMkLst>
            <pc:docMk/>
            <pc:sldMk cId="2166999962" sldId="287"/>
            <ac:spMk id="4" creationId="{CCC473EB-DD29-C5A5-B3BA-8DFB4414DB62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18:49.050" v="1238" actId="14100"/>
          <ac:spMkLst>
            <pc:docMk/>
            <pc:sldMk cId="2166999962" sldId="287"/>
            <ac:spMk id="5" creationId="{28D35578-5B11-CA01-F659-F2B96792D269}"/>
          </ac:spMkLst>
        </pc:spChg>
        <pc:picChg chg="del mod">
          <ac:chgData name="PhamTuyetNgan Vo" userId="S::vop47519@hs-regensburg.de::6eafc975-32e2-4ed2-b112-6f0b1a0a725d" providerId="AD" clId="Web-{72CE0D4C-2332-635B-97E7-E073C89E3914}" dt="2025-06-15T23:33:29.956" v="979"/>
          <ac:picMkLst>
            <pc:docMk/>
            <pc:sldMk cId="2166999962" sldId="287"/>
            <ac:picMk id="4" creationId="{F823B564-DD3D-E276-6B86-D84CB8FE9071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6T01:15:53.232" v="1205" actId="14100"/>
          <ac:picMkLst>
            <pc:docMk/>
            <pc:sldMk cId="2166999962" sldId="287"/>
            <ac:picMk id="6" creationId="{C2105099-99D3-B618-568B-24222830E3C5}"/>
          </ac:picMkLst>
        </pc:picChg>
        <pc:picChg chg="add mod ord">
          <ac:chgData name="PhamTuyetNgan Vo" userId="S::vop47519@hs-regensburg.de::6eafc975-32e2-4ed2-b112-6f0b1a0a725d" providerId="AD" clId="Web-{72CE0D4C-2332-635B-97E7-E073C89E3914}" dt="2025-06-16T01:45:23.941" v="1338" actId="14100"/>
          <ac:picMkLst>
            <pc:docMk/>
            <pc:sldMk cId="2166999962" sldId="287"/>
            <ac:picMk id="7" creationId="{468EF573-BC03-544B-23B7-8D0A357AFD9F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6T01:15:48.560" v="1203" actId="14100"/>
          <ac:picMkLst>
            <pc:docMk/>
            <pc:sldMk cId="2166999962" sldId="287"/>
            <ac:picMk id="619" creationId="{445C6447-7D1A-40ED-F9A3-F52F94784194}"/>
          </ac:picMkLst>
        </pc:picChg>
      </pc:sldChg>
      <pc:sldChg chg="modSp">
        <pc:chgData name="PhamTuyetNgan Vo" userId="S::vop47519@hs-regensburg.de::6eafc975-32e2-4ed2-b112-6f0b1a0a725d" providerId="AD" clId="Web-{72CE0D4C-2332-635B-97E7-E073C89E3914}" dt="2025-06-15T16:25:00.051" v="15" actId="14100"/>
        <pc:sldMkLst>
          <pc:docMk/>
          <pc:sldMk cId="3243788257" sldId="289"/>
        </pc:sldMkLst>
        <pc:spChg chg="mod">
          <ac:chgData name="PhamTuyetNgan Vo" userId="S::vop47519@hs-regensburg.de::6eafc975-32e2-4ed2-b112-6f0b1a0a725d" providerId="AD" clId="Web-{72CE0D4C-2332-635B-97E7-E073C89E3914}" dt="2025-06-15T16:24:37.269" v="7" actId="20577"/>
          <ac:spMkLst>
            <pc:docMk/>
            <pc:sldMk cId="3243788257" sldId="289"/>
            <ac:spMk id="13" creationId="{DFA1816E-6772-EA7B-40D8-F1A0F111E90A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24:40.035" v="10" actId="20577"/>
          <ac:spMkLst>
            <pc:docMk/>
            <pc:sldMk cId="3243788257" sldId="289"/>
            <ac:spMk id="16" creationId="{3C70F673-92C7-16FF-833F-35AFBB8A5A45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24:43.629" v="11" actId="1076"/>
          <ac:spMkLst>
            <pc:docMk/>
            <pc:sldMk cId="3243788257" sldId="289"/>
            <ac:spMk id="17" creationId="{CA72B3A2-889D-6B49-8054-D1BEF3A2B7D2}"/>
          </ac:spMkLst>
        </pc:spChg>
        <pc:picChg chg="mod">
          <ac:chgData name="PhamTuyetNgan Vo" userId="S::vop47519@hs-regensburg.de::6eafc975-32e2-4ed2-b112-6f0b1a0a725d" providerId="AD" clId="Web-{72CE0D4C-2332-635B-97E7-E073C89E3914}" dt="2025-06-15T16:24:53.832" v="13" actId="1076"/>
          <ac:picMkLst>
            <pc:docMk/>
            <pc:sldMk cId="3243788257" sldId="289"/>
            <ac:picMk id="7" creationId="{B8247845-6A98-585B-80DC-A4067D2C5E91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6:25:00.051" v="15" actId="14100"/>
          <ac:picMkLst>
            <pc:docMk/>
            <pc:sldMk cId="3243788257" sldId="289"/>
            <ac:picMk id="18" creationId="{B2F87918-3264-23D2-35C2-BC1C28F57913}"/>
          </ac:picMkLst>
        </pc:picChg>
      </pc:sldChg>
      <pc:sldChg chg="addSp delSp modSp">
        <pc:chgData name="PhamTuyetNgan Vo" userId="S::vop47519@hs-regensburg.de::6eafc975-32e2-4ed2-b112-6f0b1a0a725d" providerId="AD" clId="Web-{72CE0D4C-2332-635B-97E7-E073C89E3914}" dt="2025-06-16T02:08:00.762" v="1519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72CE0D4C-2332-635B-97E7-E073C89E3914}" dt="2025-06-16T01:51:40.999" v="1393" actId="1076"/>
          <ac:spMkLst>
            <pc:docMk/>
            <pc:sldMk cId="1661072374" sldId="291"/>
            <ac:spMk id="16" creationId="{D7C97CC7-75E5-294D-A671-0CB0BD089E16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46:59.350" v="1348" actId="20577"/>
          <ac:spMkLst>
            <pc:docMk/>
            <pc:sldMk cId="1661072374" sldId="291"/>
            <ac:spMk id="17" creationId="{3B2BBC48-AA10-0C1D-F833-9D48E2EDD271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50:53.232" v="1388" actId="14100"/>
          <ac:spMkLst>
            <pc:docMk/>
            <pc:sldMk cId="1661072374" sldId="291"/>
            <ac:spMk id="18" creationId="{C881C049-BCB9-4B82-A9C2-D1CF4E7D0C94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50:16.434" v="1381" actId="14100"/>
          <ac:spMkLst>
            <pc:docMk/>
            <pc:sldMk cId="1661072374" sldId="291"/>
            <ac:spMk id="19" creationId="{C8547B30-1F05-8068-B283-93DFBE5F8A31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3:31:44.265" v="964"/>
          <ac:spMkLst>
            <pc:docMk/>
            <pc:sldMk cId="1661072374" sldId="291"/>
            <ac:spMk id="1022" creationId="{B886D0E6-7574-C15F-DAF7-967D65E3AF7D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2:08:00.762" v="1519" actId="1076"/>
          <ac:spMkLst>
            <pc:docMk/>
            <pc:sldMk cId="1661072374" sldId="291"/>
            <ac:spMk id="1385" creationId="{B6B3D24D-F17D-D4A9-3203-AEC6557C8D7C}"/>
          </ac:spMkLst>
        </pc:spChg>
        <pc:graphicFrameChg chg="mod modGraphic">
          <ac:chgData name="PhamTuyetNgan Vo" userId="S::vop47519@hs-regensburg.de::6eafc975-32e2-4ed2-b112-6f0b1a0a725d" providerId="AD" clId="Web-{72CE0D4C-2332-635B-97E7-E073C89E3914}" dt="2025-06-16T01:20:56.319" v="1255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picChg chg="mod">
          <ac:chgData name="PhamTuyetNgan Vo" userId="S::vop47519@hs-regensburg.de::6eafc975-32e2-4ed2-b112-6f0b1a0a725d" providerId="AD" clId="Web-{72CE0D4C-2332-635B-97E7-E073C89E3914}" dt="2025-06-16T01:48:53.931" v="1365" actId="14100"/>
          <ac:picMkLst>
            <pc:docMk/>
            <pc:sldMk cId="1661072374" sldId="291"/>
            <ac:picMk id="21" creationId="{A6730B47-C07C-6138-D38E-9D94B683AA5E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6T01:46:13.458" v="1344" actId="1076"/>
          <ac:picMkLst>
            <pc:docMk/>
            <pc:sldMk cId="1661072374" sldId="291"/>
            <ac:picMk id="23" creationId="{0A5D494F-9072-78D3-6AF8-E212065CBA53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23:36:13.526" v="1001" actId="1076"/>
          <ac:picMkLst>
            <pc:docMk/>
            <pc:sldMk cId="1661072374" sldId="291"/>
            <ac:picMk id="24" creationId="{53B16BA1-82CA-0DEF-B89E-76B08AEE869C}"/>
          </ac:picMkLst>
        </pc:picChg>
        <pc:picChg chg="del mod">
          <ac:chgData name="PhamTuyetNgan Vo" userId="S::vop47519@hs-regensburg.de::6eafc975-32e2-4ed2-b112-6f0b1a0a725d" providerId="AD" clId="Web-{72CE0D4C-2332-635B-97E7-E073C89E3914}" dt="2025-06-15T17:48:47.515" v="470"/>
          <ac:picMkLst>
            <pc:docMk/>
            <pc:sldMk cId="1661072374" sldId="291"/>
            <ac:picMk id="709" creationId="{13ABE225-76D2-7B8F-97C1-10FC5F8F3E0F}"/>
          </ac:picMkLst>
        </pc:picChg>
        <pc:picChg chg="add mod ord">
          <ac:chgData name="PhamTuyetNgan Vo" userId="S::vop47519@hs-regensburg.de::6eafc975-32e2-4ed2-b112-6f0b1a0a725d" providerId="AD" clId="Web-{72CE0D4C-2332-635B-97E7-E073C89E3914}" dt="2025-06-16T00:04:14.863" v="1044" actId="14100"/>
          <ac:picMkLst>
            <pc:docMk/>
            <pc:sldMk cId="1661072374" sldId="291"/>
            <ac:picMk id="1244" creationId="{F848AC18-C2B6-434D-A5BB-209523FB947B}"/>
          </ac:picMkLst>
        </pc:picChg>
      </pc:sldChg>
      <pc:sldChg chg="addSp delSp modSp ord">
        <pc:chgData name="PhamTuyetNgan Vo" userId="S::vop47519@hs-regensburg.de::6eafc975-32e2-4ed2-b112-6f0b1a0a725d" providerId="AD" clId="Web-{72CE0D4C-2332-635B-97E7-E073C89E3914}" dt="2025-06-16T01:35:34.455" v="1329" actId="1076"/>
        <pc:sldMkLst>
          <pc:docMk/>
          <pc:sldMk cId="4127024289" sldId="292"/>
        </pc:sldMkLst>
        <pc:spChg chg="add del mod">
          <ac:chgData name="PhamTuyetNgan Vo" userId="S::vop47519@hs-regensburg.de::6eafc975-32e2-4ed2-b112-6f0b1a0a725d" providerId="AD" clId="Web-{72CE0D4C-2332-635B-97E7-E073C89E3914}" dt="2025-06-15T23:25:23.175" v="917"/>
          <ac:spMkLst>
            <pc:docMk/>
            <pc:sldMk cId="4127024289" sldId="292"/>
            <ac:spMk id="4" creationId="{29DEC143-C58C-CE7D-CEF8-0C48A43763CD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25:03.670" v="1290" actId="1076"/>
          <ac:spMkLst>
            <pc:docMk/>
            <pc:sldMk cId="4127024289" sldId="292"/>
            <ac:spMk id="5" creationId="{261AFE06-C89C-74BF-8C92-3B11F3D065E4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35:29.001" v="1327" actId="1076"/>
          <ac:spMkLst>
            <pc:docMk/>
            <pc:sldMk cId="4127024289" sldId="292"/>
            <ac:spMk id="7" creationId="{5B586CDE-EC1A-2A69-9491-903C6DF4C583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24:29.294" v="1288" actId="14100"/>
          <ac:spMkLst>
            <pc:docMk/>
            <pc:sldMk cId="4127024289" sldId="292"/>
            <ac:spMk id="8" creationId="{7B223761-5937-AC03-F317-3FC99DAB27E8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2:58:13.126" v="776"/>
          <ac:spMkLst>
            <pc:docMk/>
            <pc:sldMk cId="4127024289" sldId="292"/>
            <ac:spMk id="187" creationId="{CE7B49F3-E0C0-1116-176D-16CED3190650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3:14:34.421" v="874"/>
          <ac:spMkLst>
            <pc:docMk/>
            <pc:sldMk cId="4127024289" sldId="292"/>
            <ac:spMk id="749" creationId="{CD61AA4D-9910-28E5-3358-496FD825A7B1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5T23:28:04.102" v="935" actId="1076"/>
          <ac:spMkLst>
            <pc:docMk/>
            <pc:sldMk cId="4127024289" sldId="292"/>
            <ac:spMk id="1051" creationId="{91ACAB5A-C1EB-20A7-534F-45EB77057E61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3:26:02.473" v="923"/>
          <ac:spMkLst>
            <pc:docMk/>
            <pc:sldMk cId="4127024289" sldId="292"/>
            <ac:spMk id="1054" creationId="{DE06D2F4-D1AB-0915-F4BE-FCF8480B0B4C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35:34.455" v="1329" actId="1076"/>
          <ac:spMkLst>
            <pc:docMk/>
            <pc:sldMk cId="4127024289" sldId="292"/>
            <ac:spMk id="1055" creationId="{7B50AF5B-3665-A1F6-41DB-38DF6571F797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30:00.304" v="1306" actId="14100"/>
          <ac:spMkLst>
            <pc:docMk/>
            <pc:sldMk cId="4127024289" sldId="292"/>
            <ac:spMk id="1056" creationId="{ED0FD6C4-5B1D-CFDC-90D9-CB37D31C5B41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23:58.856" v="1283" actId="14100"/>
          <ac:spMkLst>
            <pc:docMk/>
            <pc:sldMk cId="4127024289" sldId="292"/>
            <ac:spMk id="1057" creationId="{244FFF02-471D-BBB9-014E-915EF8B2747E}"/>
          </ac:spMkLst>
        </pc:spChg>
        <pc:grpChg chg="add del">
          <ac:chgData name="PhamTuyetNgan Vo" userId="S::vop47519@hs-regensburg.de::6eafc975-32e2-4ed2-b112-6f0b1a0a725d" providerId="AD" clId="Web-{72CE0D4C-2332-635B-97E7-E073C89E3914}" dt="2025-06-16T01:35:09.344" v="1323"/>
          <ac:grpSpMkLst>
            <pc:docMk/>
            <pc:sldMk cId="4127024289" sldId="292"/>
            <ac:grpSpMk id="13" creationId="{CA2FF321-C2D6-68EF-7315-B9ECFFA8DD76}"/>
          </ac:grpSpMkLst>
        </pc:grpChg>
        <pc:graphicFrameChg chg="add del mod modGraphic">
          <ac:chgData name="PhamTuyetNgan Vo" userId="S::vop47519@hs-regensburg.de::6eafc975-32e2-4ed2-b112-6f0b1a0a725d" providerId="AD" clId="Web-{72CE0D4C-2332-635B-97E7-E073C89E3914}" dt="2025-06-15T22:45:05.202" v="769"/>
          <ac:graphicFrameMkLst>
            <pc:docMk/>
            <pc:sldMk cId="4127024289" sldId="292"/>
            <ac:graphicFrameMk id="6" creationId="{159AA594-C28D-2D05-F13D-638EFAA868E3}"/>
          </ac:graphicFrameMkLst>
        </pc:graphicFrameChg>
        <pc:graphicFrameChg chg="add del mod">
          <ac:chgData name="PhamTuyetNgan Vo" userId="S::vop47519@hs-regensburg.de::6eafc975-32e2-4ed2-b112-6f0b1a0a725d" providerId="AD" clId="Web-{72CE0D4C-2332-635B-97E7-E073C89E3914}" dt="2025-06-15T22:11:32.629" v="712"/>
          <ac:graphicFrameMkLst>
            <pc:docMk/>
            <pc:sldMk cId="4127024289" sldId="292"/>
            <ac:graphicFrameMk id="73" creationId="{68E4CDE2-6013-4CC6-D407-31FB253AD9F4}"/>
          </ac:graphicFrameMkLst>
        </pc:graphicFrameChg>
        <pc:graphicFrameChg chg="add del mod">
          <ac:chgData name="PhamTuyetNgan Vo" userId="S::vop47519@hs-regensburg.de::6eafc975-32e2-4ed2-b112-6f0b1a0a725d" providerId="AD" clId="Web-{72CE0D4C-2332-635B-97E7-E073C89E3914}" dt="2025-06-15T22:11:48.724" v="715"/>
          <ac:graphicFrameMkLst>
            <pc:docMk/>
            <pc:sldMk cId="4127024289" sldId="292"/>
            <ac:graphicFrameMk id="106" creationId="{14F886BF-D2A7-EB38-65FB-7391914D1315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2:37:58.607" v="733"/>
          <ac:graphicFrameMkLst>
            <pc:docMk/>
            <pc:sldMk cId="4127024289" sldId="292"/>
            <ac:graphicFrameMk id="158" creationId="{159AA594-C28D-2D05-F13D-638EFAA868E3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2:44:46.322" v="768"/>
          <ac:graphicFrameMkLst>
            <pc:docMk/>
            <pc:sldMk cId="4127024289" sldId="292"/>
            <ac:graphicFrameMk id="626" creationId="{52C9D4B5-648B-8F0F-8D61-D74427D724FE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2:45:23.155" v="772"/>
          <ac:graphicFrameMkLst>
            <pc:docMk/>
            <pc:sldMk cId="4127024289" sldId="292"/>
            <ac:graphicFrameMk id="643" creationId="{159AA594-C28D-2D05-F13D-638EFAA868E3}"/>
          </ac:graphicFrameMkLst>
        </pc:graphicFrameChg>
        <pc:graphicFrameChg chg="add del mod modGraphic">
          <ac:chgData name="PhamTuyetNgan Vo" userId="S::vop47519@hs-regensburg.de::6eafc975-32e2-4ed2-b112-6f0b1a0a725d" providerId="AD" clId="Web-{72CE0D4C-2332-635B-97E7-E073C89E3914}" dt="2025-06-15T23:02:15.229" v="802"/>
          <ac:graphicFrameMkLst>
            <pc:docMk/>
            <pc:sldMk cId="4127024289" sldId="292"/>
            <ac:graphicFrameMk id="656" creationId="{FEA5F1F5-E569-FBB6-CAE2-8D57E3F545C4}"/>
          </ac:graphicFrameMkLst>
        </pc:graphicFrameChg>
        <pc:graphicFrameChg chg="add del modGraphic">
          <ac:chgData name="PhamTuyetNgan Vo" userId="S::vop47519@hs-regensburg.de::6eafc975-32e2-4ed2-b112-6f0b1a0a725d" providerId="AD" clId="Web-{72CE0D4C-2332-635B-97E7-E073C89E3914}" dt="2025-06-15T23:11:18.477" v="852"/>
          <ac:graphicFrameMkLst>
            <pc:docMk/>
            <pc:sldMk cId="4127024289" sldId="292"/>
            <ac:graphicFrameMk id="752" creationId="{A894F5CD-FCB9-9B3F-E695-E89F4034E7E4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3:08:24.232" v="833"/>
          <ac:graphicFrameMkLst>
            <pc:docMk/>
            <pc:sldMk cId="4127024289" sldId="292"/>
            <ac:graphicFrameMk id="834" creationId="{614C4975-9D7E-93CC-82C3-F31366AA76B4}"/>
          </ac:graphicFrameMkLst>
        </pc:graphicFrameChg>
        <pc:graphicFrameChg chg="add del mod modGraphic">
          <ac:chgData name="PhamTuyetNgan Vo" userId="S::vop47519@hs-regensburg.de::6eafc975-32e2-4ed2-b112-6f0b1a0a725d" providerId="AD" clId="Web-{72CE0D4C-2332-635B-97E7-E073C89E3914}" dt="2025-06-15T23:20:16.041" v="881"/>
          <ac:graphicFrameMkLst>
            <pc:docMk/>
            <pc:sldMk cId="4127024289" sldId="292"/>
            <ac:graphicFrameMk id="918" creationId="{02A4330E-A896-B319-49E1-D612553DA24D}"/>
          </ac:graphicFrameMkLst>
        </pc:graphicFrameChg>
        <pc:graphicFrameChg chg="add del mod modGraphic">
          <ac:chgData name="PhamTuyetNgan Vo" userId="S::vop47519@hs-regensburg.de::6eafc975-32e2-4ed2-b112-6f0b1a0a725d" providerId="AD" clId="Web-{72CE0D4C-2332-635B-97E7-E073C89E3914}" dt="2025-06-15T23:25:49.113" v="921"/>
          <ac:graphicFrameMkLst>
            <pc:docMk/>
            <pc:sldMk cId="4127024289" sldId="292"/>
            <ac:graphicFrameMk id="1053" creationId="{F6D2A993-F4E6-DDD3-AFA0-6FC07E32F36E}"/>
          </ac:graphicFrameMkLst>
        </pc:graphicFrameChg>
        <pc:picChg chg="add mod">
          <ac:chgData name="PhamTuyetNgan Vo" userId="S::vop47519@hs-regensburg.de::6eafc975-32e2-4ed2-b112-6f0b1a0a725d" providerId="AD" clId="Web-{72CE0D4C-2332-635B-97E7-E073C89E3914}" dt="2025-06-16T01:22:24.869" v="1266" actId="1076"/>
          <ac:picMkLst>
            <pc:docMk/>
            <pc:sldMk cId="4127024289" sldId="292"/>
            <ac:picMk id="4" creationId="{BC502FD8-2C7B-35EF-7857-A1AD6E818023}"/>
          </ac:picMkLst>
        </pc:picChg>
        <pc:picChg chg="add mod">
          <ac:chgData name="PhamTuyetNgan Vo" userId="S::vop47519@hs-regensburg.de::6eafc975-32e2-4ed2-b112-6f0b1a0a725d" providerId="AD" clId="Web-{72CE0D4C-2332-635B-97E7-E073C89E3914}" dt="2025-06-16T01:29:30.944" v="1302" actId="1076"/>
          <ac:picMkLst>
            <pc:docMk/>
            <pc:sldMk cId="4127024289" sldId="292"/>
            <ac:picMk id="6" creationId="{472678E6-DE82-FA61-2B86-5D66451768AC}"/>
          </ac:picMkLst>
        </pc:picChg>
        <pc:picChg chg="add mod">
          <ac:chgData name="PhamTuyetNgan Vo" userId="S::vop47519@hs-regensburg.de::6eafc975-32e2-4ed2-b112-6f0b1a0a725d" providerId="AD" clId="Web-{72CE0D4C-2332-635B-97E7-E073C89E3914}" dt="2025-06-16T01:29:12.365" v="1299" actId="1076"/>
          <ac:picMkLst>
            <pc:docMk/>
            <pc:sldMk cId="4127024289" sldId="292"/>
            <ac:picMk id="9" creationId="{05203011-16B9-348A-F9D6-73BE0DA85FEB}"/>
          </ac:picMkLst>
        </pc:picChg>
        <pc:picChg chg="add mod topLvl">
          <ac:chgData name="PhamTuyetNgan Vo" userId="S::vop47519@hs-regensburg.de::6eafc975-32e2-4ed2-b112-6f0b1a0a725d" providerId="AD" clId="Web-{72CE0D4C-2332-635B-97E7-E073C89E3914}" dt="2025-06-16T01:35:23.720" v="1326" actId="1076"/>
          <ac:picMkLst>
            <pc:docMk/>
            <pc:sldMk cId="4127024289" sldId="292"/>
            <ac:picMk id="10" creationId="{026CECFB-7991-893D-A00D-11052B8EF972}"/>
          </ac:picMkLst>
        </pc:picChg>
        <pc:picChg chg="add mod topLvl">
          <ac:chgData name="PhamTuyetNgan Vo" userId="S::vop47519@hs-regensburg.de::6eafc975-32e2-4ed2-b112-6f0b1a0a725d" providerId="AD" clId="Web-{72CE0D4C-2332-635B-97E7-E073C89E3914}" dt="2025-06-16T01:35:21.267" v="1325" actId="1076"/>
          <ac:picMkLst>
            <pc:docMk/>
            <pc:sldMk cId="4127024289" sldId="292"/>
            <ac:picMk id="11" creationId="{18A08587-921A-DAB8-5299-1570D68F6E0C}"/>
          </ac:picMkLst>
        </pc:picChg>
        <pc:picChg chg="add mod topLvl">
          <ac:chgData name="PhamTuyetNgan Vo" userId="S::vop47519@hs-regensburg.de::6eafc975-32e2-4ed2-b112-6f0b1a0a725d" providerId="AD" clId="Web-{72CE0D4C-2332-635B-97E7-E073C89E3914}" dt="2025-06-16T01:35:30.954" v="1328" actId="1076"/>
          <ac:picMkLst>
            <pc:docMk/>
            <pc:sldMk cId="4127024289" sldId="292"/>
            <ac:picMk id="12" creationId="{00334F71-6C95-4056-C794-221BC8B7FE81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2:38:30.045" v="742"/>
          <ac:picMkLst>
            <pc:docMk/>
            <pc:sldMk cId="4127024289" sldId="292"/>
            <ac:picMk id="297" creationId="{F033E0F4-4141-070C-99DE-28A38E6D14DB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2:58:11.079" v="775"/>
          <ac:picMkLst>
            <pc:docMk/>
            <pc:sldMk cId="4127024289" sldId="292"/>
            <ac:picMk id="655" creationId="{4F10474D-1E3B-C643-47C5-AD75E727CFB1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3:12:04.260" v="859"/>
          <ac:picMkLst>
            <pc:docMk/>
            <pc:sldMk cId="4127024289" sldId="292"/>
            <ac:picMk id="750" creationId="{FBA8D4B1-35F8-7F90-2D64-361DBEF7CF6B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3:10:34.976" v="847"/>
          <ac:picMkLst>
            <pc:docMk/>
            <pc:sldMk cId="4127024289" sldId="292"/>
            <ac:picMk id="913" creationId="{EF23AC58-9C10-F526-E900-024C56F83063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3:10:54.789" v="850"/>
          <ac:picMkLst>
            <pc:docMk/>
            <pc:sldMk cId="4127024289" sldId="292"/>
            <ac:picMk id="914" creationId="{83D0998A-726D-3934-BB51-F2A311F7325B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6T01:21:12.507" v="1256"/>
          <ac:picMkLst>
            <pc:docMk/>
            <pc:sldMk cId="4127024289" sldId="292"/>
            <ac:picMk id="949" creationId="{49B876B7-62CB-9B27-2D9D-40C23495051F}"/>
          </ac:picMkLst>
        </pc:picChg>
      </pc:sldChg>
      <pc:sldChg chg="addSp delSp modSp">
        <pc:chgData name="PhamTuyetNgan Vo" userId="S::vop47519@hs-regensburg.de::6eafc975-32e2-4ed2-b112-6f0b1a0a725d" providerId="AD" clId="Web-{72CE0D4C-2332-635B-97E7-E073C89E3914}" dt="2025-06-16T02:07:41.152" v="1517" actId="20577"/>
        <pc:sldMkLst>
          <pc:docMk/>
          <pc:sldMk cId="4257539562" sldId="293"/>
        </pc:sldMkLst>
        <pc:spChg chg="mod">
          <ac:chgData name="PhamTuyetNgan Vo" userId="S::vop47519@hs-regensburg.de::6eafc975-32e2-4ed2-b112-6f0b1a0a725d" providerId="AD" clId="Web-{72CE0D4C-2332-635B-97E7-E073C89E3914}" dt="2025-06-16T00:03:02.267" v="1039" actId="20577"/>
          <ac:spMkLst>
            <pc:docMk/>
            <pc:sldMk cId="4257539562" sldId="293"/>
            <ac:spMk id="2" creationId="{4FE5DF84-4710-C7C3-E602-71B9BA5DFFB8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12:33.492" v="1174" actId="1076"/>
          <ac:spMkLst>
            <pc:docMk/>
            <pc:sldMk cId="4257539562" sldId="293"/>
            <ac:spMk id="5" creationId="{4C8D0577-95BC-3A71-D2E3-CAF2B2EA8443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0:43:54.857" v="1083" actId="20577"/>
          <ac:spMkLst>
            <pc:docMk/>
            <pc:sldMk cId="4257539562" sldId="293"/>
            <ac:spMk id="6" creationId="{C1175157-2241-202F-9681-BAE4D7205C7D}"/>
          </ac:spMkLst>
        </pc:spChg>
        <pc:spChg chg="add mod ord">
          <ac:chgData name="PhamTuyetNgan Vo" userId="S::vop47519@hs-regensburg.de::6eafc975-32e2-4ed2-b112-6f0b1a0a725d" providerId="AD" clId="Web-{72CE0D4C-2332-635B-97E7-E073C89E3914}" dt="2025-06-16T01:15:24.809" v="1201" actId="14100"/>
          <ac:spMkLst>
            <pc:docMk/>
            <pc:sldMk cId="4257539562" sldId="293"/>
            <ac:spMk id="7" creationId="{AEBD5F45-86E3-42E9-506F-C065E71F3CD8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2:07:41.152" v="1517" actId="20577"/>
          <ac:spMkLst>
            <pc:docMk/>
            <pc:sldMk cId="4257539562" sldId="293"/>
            <ac:spMk id="8" creationId="{9AC4594C-E05E-91D7-A7AD-D2C2B7290824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13:38.103" v="1181" actId="1076"/>
          <ac:spMkLst>
            <pc:docMk/>
            <pc:sldMk cId="4257539562" sldId="293"/>
            <ac:spMk id="16" creationId="{08B88EB7-32D5-52FF-9206-9FFE5839A196}"/>
          </ac:spMkLst>
        </pc:spChg>
        <pc:picChg chg="mod">
          <ac:chgData name="PhamTuyetNgan Vo" userId="S::vop47519@hs-regensburg.de::6eafc975-32e2-4ed2-b112-6f0b1a0a725d" providerId="AD" clId="Web-{72CE0D4C-2332-635B-97E7-E073C89E3914}" dt="2025-06-16T01:15:00.902" v="1196" actId="14100"/>
          <ac:picMkLst>
            <pc:docMk/>
            <pc:sldMk cId="4257539562" sldId="293"/>
            <ac:picMk id="4" creationId="{DCC50CD8-0000-B0C8-2C34-276AD2B32646}"/>
          </ac:picMkLst>
        </pc:picChg>
        <pc:picChg chg="add del mod ord">
          <ac:chgData name="PhamTuyetNgan Vo" userId="S::vop47519@hs-regensburg.de::6eafc975-32e2-4ed2-b112-6f0b1a0a725d" providerId="AD" clId="Web-{72CE0D4C-2332-635B-97E7-E073C89E3914}" dt="2025-06-16T01:35:48.892" v="1330"/>
          <ac:picMkLst>
            <pc:docMk/>
            <pc:sldMk cId="4257539562" sldId="293"/>
            <ac:picMk id="10" creationId="{47E54303-C154-718B-930D-4B572E4CE403}"/>
          </ac:picMkLst>
        </pc:picChg>
      </pc:sldChg>
      <pc:sldChg chg="new del">
        <pc:chgData name="PhamTuyetNgan Vo" userId="S::vop47519@hs-regensburg.de::6eafc975-32e2-4ed2-b112-6f0b1a0a725d" providerId="AD" clId="Web-{72CE0D4C-2332-635B-97E7-E073C89E3914}" dt="2025-06-15T16:28:33.339" v="37"/>
        <pc:sldMkLst>
          <pc:docMk/>
          <pc:sldMk cId="358264646" sldId="294"/>
        </pc:sldMkLst>
      </pc:sldChg>
      <pc:sldChg chg="addSp delSp modSp add replId">
        <pc:chgData name="PhamTuyetNgan Vo" userId="S::vop47519@hs-regensburg.de::6eafc975-32e2-4ed2-b112-6f0b1a0a725d" providerId="AD" clId="Web-{72CE0D4C-2332-635B-97E7-E073C89E3914}" dt="2025-06-15T17:03:22.993" v="466" actId="20577"/>
        <pc:sldMkLst>
          <pc:docMk/>
          <pc:sldMk cId="2113395588" sldId="294"/>
        </pc:sldMkLst>
        <pc:spChg chg="del mod">
          <ac:chgData name="PhamTuyetNgan Vo" userId="S::vop47519@hs-regensburg.de::6eafc975-32e2-4ed2-b112-6f0b1a0a725d" providerId="AD" clId="Web-{72CE0D4C-2332-635B-97E7-E073C89E3914}" dt="2025-06-15T16:32:24.565" v="122"/>
          <ac:spMkLst>
            <pc:docMk/>
            <pc:sldMk cId="2113395588" sldId="294"/>
            <ac:spMk id="5" creationId="{895B2AC5-9373-8D10-25A2-7108E1F402E5}"/>
          </ac:spMkLst>
        </pc:spChg>
        <pc:spChg chg="del mod">
          <ac:chgData name="PhamTuyetNgan Vo" userId="S::vop47519@hs-regensburg.de::6eafc975-32e2-4ed2-b112-6f0b1a0a725d" providerId="AD" clId="Web-{72CE0D4C-2332-635B-97E7-E073C89E3914}" dt="2025-06-15T16:34:19.085" v="206"/>
          <ac:spMkLst>
            <pc:docMk/>
            <pc:sldMk cId="2113395588" sldId="294"/>
            <ac:spMk id="10" creationId="{A3A79693-817C-DB80-25AE-3906655DB5D9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47:27.704" v="355" actId="1076"/>
          <ac:spMkLst>
            <pc:docMk/>
            <pc:sldMk cId="2113395588" sldId="294"/>
            <ac:spMk id="11" creationId="{2169BCC5-AB5D-5338-CC7C-B5A29120F1CC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47:20.406" v="351" actId="1076"/>
          <ac:spMkLst>
            <pc:docMk/>
            <pc:sldMk cId="2113395588" sldId="294"/>
            <ac:spMk id="12" creationId="{42D77650-E091-A41B-489C-F43ECFC293E3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38:32.936" v="326" actId="1076"/>
          <ac:spMkLst>
            <pc:docMk/>
            <pc:sldMk cId="2113395588" sldId="294"/>
            <ac:spMk id="13" creationId="{341B6DAA-4C5D-9BF9-7408-3DBD941992A0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38:35.593" v="327" actId="1076"/>
          <ac:spMkLst>
            <pc:docMk/>
            <pc:sldMk cId="2113395588" sldId="294"/>
            <ac:spMk id="16" creationId="{8B7D2CDA-DB8F-2430-6D82-5FF1B3AA01B1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7:02:38.695" v="457" actId="1076"/>
          <ac:spMkLst>
            <pc:docMk/>
            <pc:sldMk cId="2113395588" sldId="294"/>
            <ac:spMk id="17" creationId="{B011BC75-E238-9CD3-21E2-F8AC588CC126}"/>
          </ac:spMkLst>
        </pc:spChg>
        <pc:spChg chg="add del">
          <ac:chgData name="PhamTuyetNgan Vo" userId="S::vop47519@hs-regensburg.de::6eafc975-32e2-4ed2-b112-6f0b1a0a725d" providerId="AD" clId="Web-{72CE0D4C-2332-635B-97E7-E073C89E3914}" dt="2025-06-15T16:48:02.892" v="361"/>
          <ac:spMkLst>
            <pc:docMk/>
            <pc:sldMk cId="2113395588" sldId="294"/>
            <ac:spMk id="19" creationId="{1B73E190-69C7-D8B5-E80D-C540188A6316}"/>
          </ac:spMkLst>
        </pc:spChg>
        <pc:spChg chg="add del">
          <ac:chgData name="PhamTuyetNgan Vo" userId="S::vop47519@hs-regensburg.de::6eafc975-32e2-4ed2-b112-6f0b1a0a725d" providerId="AD" clId="Web-{72CE0D4C-2332-635B-97E7-E073C89E3914}" dt="2025-06-15T16:48:10.392" v="363"/>
          <ac:spMkLst>
            <pc:docMk/>
            <pc:sldMk cId="2113395588" sldId="294"/>
            <ac:spMk id="20" creationId="{A20DACC2-F87A-346F-5289-8C0E018067D0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5T17:03:22.993" v="466" actId="20577"/>
          <ac:spMkLst>
            <pc:docMk/>
            <pc:sldMk cId="2113395588" sldId="294"/>
            <ac:spMk id="21" creationId="{2618E393-E5EE-82A3-B767-3BB1C6271AD3}"/>
          </ac:spMkLst>
        </pc:spChg>
        <pc:graphicFrameChg chg="add del mod modGraphic">
          <ac:chgData name="PhamTuyetNgan Vo" userId="S::vop47519@hs-regensburg.de::6eafc975-32e2-4ed2-b112-6f0b1a0a725d" providerId="AD" clId="Web-{72CE0D4C-2332-635B-97E7-E073C89E3914}" dt="2025-06-15T16:30:13.389" v="46"/>
          <ac:graphicFrameMkLst>
            <pc:docMk/>
            <pc:sldMk cId="2113395588" sldId="294"/>
            <ac:graphicFrameMk id="6" creationId="{75C21C7F-12DD-9839-370B-B3AE5F33DAD4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16:30:58.266" v="48"/>
          <ac:graphicFrameMkLst>
            <pc:docMk/>
            <pc:sldMk cId="2113395588" sldId="294"/>
            <ac:graphicFrameMk id="7" creationId="{585CC6F2-2685-AA26-F4F3-CC77542088D1}"/>
          </ac:graphicFrameMkLst>
        </pc:graphicFrameChg>
        <pc:graphicFrameChg chg="add mod modGraphic">
          <ac:chgData name="PhamTuyetNgan Vo" userId="S::vop47519@hs-regensburg.de::6eafc975-32e2-4ed2-b112-6f0b1a0a725d" providerId="AD" clId="Web-{72CE0D4C-2332-635B-97E7-E073C89E3914}" dt="2025-06-15T17:01:45.928" v="445" actId="1076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mod">
          <ac:chgData name="PhamTuyetNgan Vo" userId="S::vop47519@hs-regensburg.de::6eafc975-32e2-4ed2-b112-6f0b1a0a725d" providerId="AD" clId="Web-{72CE0D4C-2332-635B-97E7-E073C89E3914}" dt="2025-06-15T16:47:23.375" v="354" actId="1076"/>
          <ac:picMkLst>
            <pc:docMk/>
            <pc:sldMk cId="2113395588" sldId="294"/>
            <ac:picMk id="4" creationId="{04AA6021-8C13-1663-3D1D-5C4165240FE1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6:47:29.438" v="356" actId="1076"/>
          <ac:picMkLst>
            <pc:docMk/>
            <pc:sldMk cId="2113395588" sldId="294"/>
            <ac:picMk id="8" creationId="{40302531-3B27-F1FF-FD4E-4C3A42AA67EE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7:02:00.725" v="447" actId="14100"/>
          <ac:picMkLst>
            <pc:docMk/>
            <pc:sldMk cId="2113395588" sldId="294"/>
            <ac:picMk id="14" creationId="{E97C3407-0488-EF52-792E-F8039647B5A3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7:02:07.319" v="449" actId="14100"/>
          <ac:picMkLst>
            <pc:docMk/>
            <pc:sldMk cId="2113395588" sldId="294"/>
            <ac:picMk id="15" creationId="{C68B6C7B-3DA4-33B8-7EE0-1F9A568382BE}"/>
          </ac:picMkLst>
        </pc:picChg>
        <pc:cxnChg chg="mod">
          <ac:chgData name="PhamTuyetNgan Vo" userId="S::vop47519@hs-regensburg.de::6eafc975-32e2-4ed2-b112-6f0b1a0a725d" providerId="AD" clId="Web-{72CE0D4C-2332-635B-97E7-E073C89E3914}" dt="2025-06-15T16:28:42.839" v="39" actId="1076"/>
          <ac:cxnSpMkLst>
            <pc:docMk/>
            <pc:sldMk cId="2113395588" sldId="294"/>
            <ac:cxnSpMk id="9" creationId="{76341EA3-F67D-C2D9-9899-02F0D58C0A17}"/>
          </ac:cxnSpMkLst>
        </pc:cxnChg>
      </pc:sldChg>
      <pc:sldChg chg="new">
        <pc:chgData name="PhamTuyetNgan Vo" userId="S::vop47519@hs-regensburg.de::6eafc975-32e2-4ed2-b112-6f0b1a0a725d" providerId="AD" clId="Web-{72CE0D4C-2332-635B-97E7-E073C89E3914}" dt="2025-06-16T01:25:22.171" v="1291"/>
        <pc:sldMkLst>
          <pc:docMk/>
          <pc:sldMk cId="3571323925" sldId="295"/>
        </pc:sldMkLst>
      </pc:sldChg>
      <pc:sldChg chg="modSp">
        <pc:chgData name="PhamTuyetNgan Vo" userId="S::vop47519@hs-regensburg.de::6eafc975-32e2-4ed2-b112-6f0b1a0a725d" providerId="AD" clId="Web-{72CE0D4C-2332-635B-97E7-E073C89E3914}" dt="2025-06-16T01:59:33.857" v="1410" actId="14100"/>
        <pc:sldMkLst>
          <pc:docMk/>
          <pc:sldMk cId="1459795005" sldId="296"/>
        </pc:sldMkLst>
        <pc:spChg chg="mod">
          <ac:chgData name="PhamTuyetNgan Vo" userId="S::vop47519@hs-regensburg.de::6eafc975-32e2-4ed2-b112-6f0b1a0a725d" providerId="AD" clId="Web-{72CE0D4C-2332-635B-97E7-E073C89E3914}" dt="2025-06-16T01:59:33.857" v="1410" actId="14100"/>
          <ac:spMkLst>
            <pc:docMk/>
            <pc:sldMk cId="1459795005" sldId="296"/>
            <ac:spMk id="2" creationId="{1EAE05F2-2471-962F-56A2-57957718330E}"/>
          </ac:spMkLst>
        </pc:spChg>
      </pc:sldChg>
    </pc:docChg>
  </pc:docChgLst>
  <pc:docChgLst>
    <pc:chgData name="QuangTung Vo" userId="S::voq47493@hs-regensburg.de::70ca6c10-5c96-45a7-9902-38ac12776db3" providerId="AD" clId="Web-{17ACF031-5765-BC02-0EA8-BECFB07A75C3}"/>
    <pc:docChg chg="modSld">
      <pc:chgData name="QuangTung Vo" userId="S::voq47493@hs-regensburg.de::70ca6c10-5c96-45a7-9902-38ac12776db3" providerId="AD" clId="Web-{17ACF031-5765-BC02-0EA8-BECFB07A75C3}" dt="2025-06-16T23:50:46.842" v="408" actId="1076"/>
      <pc:docMkLst>
        <pc:docMk/>
      </pc:docMkLst>
      <pc:sldChg chg="addSp delSp modSp">
        <pc:chgData name="QuangTung Vo" userId="S::voq47493@hs-regensburg.de::70ca6c10-5c96-45a7-9902-38ac12776db3" providerId="AD" clId="Web-{17ACF031-5765-BC02-0EA8-BECFB07A75C3}" dt="2025-06-16T23:00:23.997" v="106" actId="1076"/>
        <pc:sldMkLst>
          <pc:docMk/>
          <pc:sldMk cId="1526260408" sldId="276"/>
        </pc:sldMkLst>
        <pc:picChg chg="add del">
          <ac:chgData name="QuangTung Vo" userId="S::voq47493@hs-regensburg.de::70ca6c10-5c96-45a7-9902-38ac12776db3" providerId="AD" clId="Web-{17ACF031-5765-BC02-0EA8-BECFB07A75C3}" dt="2025-06-16T22:56:08.553" v="102"/>
          <ac:picMkLst>
            <pc:docMk/>
            <pc:sldMk cId="1526260408" sldId="276"/>
            <ac:picMk id="4" creationId="{850144CA-4C77-BAF0-6E44-27EA15B88552}"/>
          </ac:picMkLst>
        </pc:picChg>
        <pc:picChg chg="add mod">
          <ac:chgData name="QuangTung Vo" userId="S::voq47493@hs-regensburg.de::70ca6c10-5c96-45a7-9902-38ac12776db3" providerId="AD" clId="Web-{17ACF031-5765-BC02-0EA8-BECFB07A75C3}" dt="2025-06-16T22:56:15.538" v="104" actId="1076"/>
          <ac:picMkLst>
            <pc:docMk/>
            <pc:sldMk cId="1526260408" sldId="276"/>
            <ac:picMk id="5" creationId="{FF598DC0-5092-C6B7-1A01-1F64AC8C329A}"/>
          </ac:picMkLst>
        </pc:picChg>
        <pc:picChg chg="add mod">
          <ac:chgData name="QuangTung Vo" userId="S::voq47493@hs-regensburg.de::70ca6c10-5c96-45a7-9902-38ac12776db3" providerId="AD" clId="Web-{17ACF031-5765-BC02-0EA8-BECFB07A75C3}" dt="2025-06-16T23:00:23.997" v="106" actId="1076"/>
          <ac:picMkLst>
            <pc:docMk/>
            <pc:sldMk cId="1526260408" sldId="276"/>
            <ac:picMk id="7" creationId="{5E5E4B4C-446C-2D57-6AF4-C3BA8CEA3497}"/>
          </ac:picMkLst>
        </pc:picChg>
      </pc:sldChg>
      <pc:sldChg chg="modSp">
        <pc:chgData name="QuangTung Vo" userId="S::voq47493@hs-regensburg.de::70ca6c10-5c96-45a7-9902-38ac12776db3" providerId="AD" clId="Web-{17ACF031-5765-BC02-0EA8-BECFB07A75C3}" dt="2025-06-16T23:36:39.399" v="314" actId="20577"/>
        <pc:sldMkLst>
          <pc:docMk/>
          <pc:sldMk cId="3447919696" sldId="288"/>
        </pc:sldMkLst>
        <pc:spChg chg="mod">
          <ac:chgData name="QuangTung Vo" userId="S::voq47493@hs-regensburg.de::70ca6c10-5c96-45a7-9902-38ac12776db3" providerId="AD" clId="Web-{17ACF031-5765-BC02-0EA8-BECFB07A75C3}" dt="2025-06-16T23:35:18.960" v="306" actId="1076"/>
          <ac:spMkLst>
            <pc:docMk/>
            <pc:sldMk cId="3447919696" sldId="288"/>
            <ac:spMk id="5" creationId="{237D9E64-45CA-8692-9084-F264EEE7FB41}"/>
          </ac:spMkLst>
        </pc:spChg>
        <pc:spChg chg="mod">
          <ac:chgData name="QuangTung Vo" userId="S::voq47493@hs-regensburg.de::70ca6c10-5c96-45a7-9902-38ac12776db3" providerId="AD" clId="Web-{17ACF031-5765-BC02-0EA8-BECFB07A75C3}" dt="2025-06-16T23:36:39.399" v="314" actId="20577"/>
          <ac:spMkLst>
            <pc:docMk/>
            <pc:sldMk cId="3447919696" sldId="288"/>
            <ac:spMk id="17" creationId="{9C2437F3-F248-E53C-C776-305B733E4A59}"/>
          </ac:spMkLst>
        </pc:spChg>
      </pc:sldChg>
      <pc:sldChg chg="modSp">
        <pc:chgData name="QuangTung Vo" userId="S::voq47493@hs-regensburg.de::70ca6c10-5c96-45a7-9902-38ac12776db3" providerId="AD" clId="Web-{17ACF031-5765-BC02-0EA8-BECFB07A75C3}" dt="2025-06-16T23:38:30.918" v="315"/>
        <pc:sldMkLst>
          <pc:docMk/>
          <pc:sldMk cId="2113395588" sldId="294"/>
        </pc:sldMkLst>
        <pc:spChg chg="mod">
          <ac:chgData name="QuangTung Vo" userId="S::voq47493@hs-regensburg.de::70ca6c10-5c96-45a7-9902-38ac12776db3" providerId="AD" clId="Web-{17ACF031-5765-BC02-0EA8-BECFB07A75C3}" dt="2025-06-16T23:38:30.918" v="315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QuangTung Vo" userId="S::voq47493@hs-regensburg.de::70ca6c10-5c96-45a7-9902-38ac12776db3" providerId="AD" clId="Web-{17ACF031-5765-BC02-0EA8-BECFB07A75C3}" dt="2025-06-16T23:28:12.183" v="271" actId="20577"/>
          <ac:spMkLst>
            <pc:docMk/>
            <pc:sldMk cId="2113395588" sldId="294"/>
            <ac:spMk id="24" creationId="{DAA0E6E3-E75A-3524-B04D-3748EEBE81CD}"/>
          </ac:spMkLst>
        </pc:spChg>
      </pc:sldChg>
      <pc:sldChg chg="addSp modSp">
        <pc:chgData name="QuangTung Vo" userId="S::voq47493@hs-regensburg.de::70ca6c10-5c96-45a7-9902-38ac12776db3" providerId="AD" clId="Web-{17ACF031-5765-BC02-0EA8-BECFB07A75C3}" dt="2025-06-16T20:56:08.852" v="98" actId="20577"/>
        <pc:sldMkLst>
          <pc:docMk/>
          <pc:sldMk cId="1459795005" sldId="296"/>
        </pc:sldMkLst>
        <pc:spChg chg="mod">
          <ac:chgData name="QuangTung Vo" userId="S::voq47493@hs-regensburg.de::70ca6c10-5c96-45a7-9902-38ac12776db3" providerId="AD" clId="Web-{17ACF031-5765-BC02-0EA8-BECFB07A75C3}" dt="2025-06-16T20:54:26.051" v="46" actId="1076"/>
          <ac:spMkLst>
            <pc:docMk/>
            <pc:sldMk cId="1459795005" sldId="296"/>
            <ac:spMk id="3" creationId="{240340E3-786B-AC94-0732-14B1F5DCE7D1}"/>
          </ac:spMkLst>
        </pc:spChg>
        <pc:graphicFrameChg chg="add mod modGraphic">
          <ac:chgData name="QuangTung Vo" userId="S::voq47493@hs-regensburg.de::70ca6c10-5c96-45a7-9902-38ac12776db3" providerId="AD" clId="Web-{17ACF031-5765-BC02-0EA8-BECFB07A75C3}" dt="2025-06-16T20:56:08.852" v="98" actId="20577"/>
          <ac:graphicFrameMkLst>
            <pc:docMk/>
            <pc:sldMk cId="1459795005" sldId="296"/>
            <ac:graphicFrameMk id="5" creationId="{B4E96DE9-576A-0F70-F04F-AED802DDEF42}"/>
          </ac:graphicFrameMkLst>
        </pc:graphicFrameChg>
      </pc:sldChg>
      <pc:sldChg chg="modSp">
        <pc:chgData name="QuangTung Vo" userId="S::voq47493@hs-regensburg.de::70ca6c10-5c96-45a7-9902-38ac12776db3" providerId="AD" clId="Web-{17ACF031-5765-BC02-0EA8-BECFB07A75C3}" dt="2025-06-16T23:50:46.842" v="408" actId="1076"/>
        <pc:sldMkLst>
          <pc:docMk/>
          <pc:sldMk cId="1811862505" sldId="300"/>
        </pc:sldMkLst>
        <pc:spChg chg="mod">
          <ac:chgData name="QuangTung Vo" userId="S::voq47493@hs-regensburg.de::70ca6c10-5c96-45a7-9902-38ac12776db3" providerId="AD" clId="Web-{17ACF031-5765-BC02-0EA8-BECFB07A75C3}" dt="2025-06-16T23:50:46.842" v="408" actId="1076"/>
          <ac:spMkLst>
            <pc:docMk/>
            <pc:sldMk cId="1811862505" sldId="300"/>
            <ac:spMk id="4" creationId="{09FAD96A-EE2B-417C-6B5F-B2F810CCD0ED}"/>
          </ac:spMkLst>
        </pc:spChg>
        <pc:spChg chg="mod">
          <ac:chgData name="QuangTung Vo" userId="S::voq47493@hs-regensburg.de::70ca6c10-5c96-45a7-9902-38ac12776db3" providerId="AD" clId="Web-{17ACF031-5765-BC02-0EA8-BECFB07A75C3}" dt="2025-06-16T23:50:21.560" v="405" actId="1076"/>
          <ac:spMkLst>
            <pc:docMk/>
            <pc:sldMk cId="1811862505" sldId="300"/>
            <ac:spMk id="24" creationId="{EE71A871-94C7-0BEF-27A2-5A77600C16E9}"/>
          </ac:spMkLst>
        </pc:spChg>
        <pc:picChg chg="mod">
          <ac:chgData name="QuangTung Vo" userId="S::voq47493@hs-regensburg.de::70ca6c10-5c96-45a7-9902-38ac12776db3" providerId="AD" clId="Web-{17ACF031-5765-BC02-0EA8-BECFB07A75C3}" dt="2025-06-16T23:06:54.694" v="173" actId="1076"/>
          <ac:picMkLst>
            <pc:docMk/>
            <pc:sldMk cId="1811862505" sldId="300"/>
            <ac:picMk id="13" creationId="{09B99CBA-CCAA-7DE3-5A5D-EA70D7DEDA16}"/>
          </ac:picMkLst>
        </pc:picChg>
      </pc:sldChg>
    </pc:docChg>
  </pc:docChgLst>
  <pc:docChgLst>
    <pc:chgData name="PhamTuyetNgan Vo" userId="S::vop47519@hs-regensburg.de::6eafc975-32e2-4ed2-b112-6f0b1a0a725d" providerId="AD" clId="Web-{DAF4B54F-1C5A-7E6C-0B28-ABD43B239C00}"/>
    <pc:docChg chg="addSld delSld modSld addSection modSection">
      <pc:chgData name="PhamTuyetNgan Vo" userId="S::vop47519@hs-regensburg.de::6eafc975-32e2-4ed2-b112-6f0b1a0a725d" providerId="AD" clId="Web-{DAF4B54F-1C5A-7E6C-0B28-ABD43B239C00}" dt="2025-06-12T10:34:28.151" v="80" actId="1076"/>
      <pc:docMkLst>
        <pc:docMk/>
      </pc:docMkLst>
      <pc:sldChg chg="del">
        <pc:chgData name="PhamTuyetNgan Vo" userId="S::vop47519@hs-regensburg.de::6eafc975-32e2-4ed2-b112-6f0b1a0a725d" providerId="AD" clId="Web-{DAF4B54F-1C5A-7E6C-0B28-ABD43B239C00}" dt="2025-06-11T18:14:15.350" v="54"/>
        <pc:sldMkLst>
          <pc:docMk/>
          <pc:sldMk cId="301464842" sldId="265"/>
        </pc:sldMkLst>
      </pc:sldChg>
      <pc:sldChg chg="del">
        <pc:chgData name="PhamTuyetNgan Vo" userId="S::vop47519@hs-regensburg.de::6eafc975-32e2-4ed2-b112-6f0b1a0a725d" providerId="AD" clId="Web-{DAF4B54F-1C5A-7E6C-0B28-ABD43B239C00}" dt="2025-06-11T18:14:19.335" v="55"/>
        <pc:sldMkLst>
          <pc:docMk/>
          <pc:sldMk cId="4040134969" sldId="266"/>
        </pc:sldMkLst>
      </pc:sldChg>
      <pc:sldChg chg="modSp">
        <pc:chgData name="PhamTuyetNgan Vo" userId="S::vop47519@hs-regensburg.de::6eafc975-32e2-4ed2-b112-6f0b1a0a725d" providerId="AD" clId="Web-{DAF4B54F-1C5A-7E6C-0B28-ABD43B239C00}" dt="2025-06-11T16:47:29.764" v="0" actId="1076"/>
        <pc:sldMkLst>
          <pc:docMk/>
          <pc:sldMk cId="3608717991" sldId="286"/>
        </pc:sldMkLst>
        <pc:picChg chg="mod">
          <ac:chgData name="PhamTuyetNgan Vo" userId="S::vop47519@hs-regensburg.de::6eafc975-32e2-4ed2-b112-6f0b1a0a725d" providerId="AD" clId="Web-{DAF4B54F-1C5A-7E6C-0B28-ABD43B239C00}" dt="2025-06-11T16:47:29.764" v="0" actId="1076"/>
          <ac:picMkLst>
            <pc:docMk/>
            <pc:sldMk cId="3608717991" sldId="286"/>
            <ac:picMk id="5" creationId="{A680A75B-0527-B063-569C-3BAA9B21A2EF}"/>
          </ac:picMkLst>
        </pc:picChg>
      </pc:sldChg>
      <pc:sldChg chg="addSp modSp">
        <pc:chgData name="PhamTuyetNgan Vo" userId="S::vop47519@hs-regensburg.de::6eafc975-32e2-4ed2-b112-6f0b1a0a725d" providerId="AD" clId="Web-{DAF4B54F-1C5A-7E6C-0B28-ABD43B239C00}" dt="2025-06-11T18:05:23.225" v="53" actId="1076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DAF4B54F-1C5A-7E6C-0B28-ABD43B239C00}" dt="2025-06-11T17:53:59.080" v="43" actId="1076"/>
          <ac:spMkLst>
            <pc:docMk/>
            <pc:sldMk cId="2166999962" sldId="287"/>
            <ac:spMk id="5" creationId="{28D35578-5B11-CA01-F659-F2B96792D269}"/>
          </ac:spMkLst>
        </pc:spChg>
        <pc:picChg chg="add mod">
          <ac:chgData name="PhamTuyetNgan Vo" userId="S::vop47519@hs-regensburg.de::6eafc975-32e2-4ed2-b112-6f0b1a0a725d" providerId="AD" clId="Web-{DAF4B54F-1C5A-7E6C-0B28-ABD43B239C00}" dt="2025-06-11T18:05:23.225" v="53" actId="1076"/>
          <ac:picMkLst>
            <pc:docMk/>
            <pc:sldMk cId="2166999962" sldId="287"/>
            <ac:picMk id="6" creationId="{C2105099-99D3-B618-568B-24222830E3C5}"/>
          </ac:picMkLst>
        </pc:picChg>
      </pc:sldChg>
      <pc:sldChg chg="new del">
        <pc:chgData name="PhamTuyetNgan Vo" userId="S::vop47519@hs-regensburg.de::6eafc975-32e2-4ed2-b112-6f0b1a0a725d" providerId="AD" clId="Web-{DAF4B54F-1C5A-7E6C-0B28-ABD43B239C00}" dt="2025-06-11T18:24:53.478" v="57"/>
        <pc:sldMkLst>
          <pc:docMk/>
          <pc:sldMk cId="1965494849" sldId="288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48" v="63"/>
        <pc:sldMkLst>
          <pc:docMk/>
          <pc:sldMk cId="3337711560" sldId="288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63" v="64"/>
        <pc:sldMkLst>
          <pc:docMk/>
          <pc:sldMk cId="3353246167" sldId="289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63" v="65"/>
        <pc:sldMkLst>
          <pc:docMk/>
          <pc:sldMk cId="628112469" sldId="290"/>
        </pc:sldMkLst>
      </pc:sldChg>
      <pc:sldChg chg="modSp new">
        <pc:chgData name="PhamTuyetNgan Vo" userId="S::vop47519@hs-regensburg.de::6eafc975-32e2-4ed2-b112-6f0b1a0a725d" providerId="AD" clId="Web-{DAF4B54F-1C5A-7E6C-0B28-ABD43B239C00}" dt="2025-06-12T10:34:28.151" v="80" actId="1076"/>
        <pc:sldMkLst>
          <pc:docMk/>
          <pc:sldMk cId="1178718836" sldId="290"/>
        </pc:sldMkLst>
        <pc:spChg chg="mod">
          <ac:chgData name="PhamTuyetNgan Vo" userId="S::vop47519@hs-regensburg.de::6eafc975-32e2-4ed2-b112-6f0b1a0a725d" providerId="AD" clId="Web-{DAF4B54F-1C5A-7E6C-0B28-ABD43B239C00}" dt="2025-06-12T10:34:28.151" v="80" actId="1076"/>
          <ac:spMkLst>
            <pc:docMk/>
            <pc:sldMk cId="1178718836" sldId="290"/>
            <ac:spMk id="2" creationId="{905CA712-B496-65EE-8AEA-E799D996D67F}"/>
          </ac:spMkLst>
        </pc:spChg>
      </pc:sldChg>
      <pc:sldChg chg="add del replId">
        <pc:chgData name="PhamTuyetNgan Vo" userId="S::vop47519@hs-regensburg.de::6eafc975-32e2-4ed2-b112-6f0b1a0a725d" providerId="AD" clId="Web-{DAF4B54F-1C5A-7E6C-0B28-ABD43B239C00}" dt="2025-06-11T21:29:10.663" v="66"/>
        <pc:sldMkLst>
          <pc:docMk/>
          <pc:sldMk cId="1573121448" sldId="291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63" v="67"/>
        <pc:sldMkLst>
          <pc:docMk/>
          <pc:sldMk cId="1937260608" sldId="292"/>
        </pc:sldMkLst>
      </pc:sldChg>
    </pc:docChg>
  </pc:docChgLst>
  <pc:docChgLst>
    <pc:chgData name="Ines Wodarz" userId="S::woi45919@hs-regensburg.de::eea25bdb-c1ac-4bff-a043-0a6432052995" providerId="AD" clId="Web-{4DA9D1DC-63FC-5681-F8DD-BDF45D842B9D}"/>
    <pc:docChg chg="addSld delSld modSld modSection">
      <pc:chgData name="Ines Wodarz" userId="S::woi45919@hs-regensburg.de::eea25bdb-c1ac-4bff-a043-0a6432052995" providerId="AD" clId="Web-{4DA9D1DC-63FC-5681-F8DD-BDF45D842B9D}" dt="2025-06-15T17:16:11.498" v="160" actId="1076"/>
      <pc:docMkLst>
        <pc:docMk/>
      </pc:docMkLst>
      <pc:sldChg chg="modSp">
        <pc:chgData name="Ines Wodarz" userId="S::woi45919@hs-regensburg.de::eea25bdb-c1ac-4bff-a043-0a6432052995" providerId="AD" clId="Web-{4DA9D1DC-63FC-5681-F8DD-BDF45D842B9D}" dt="2025-06-15T15:44:00.270" v="0" actId="1076"/>
        <pc:sldMkLst>
          <pc:docMk/>
          <pc:sldMk cId="180089971" sldId="269"/>
        </pc:sldMkLst>
        <pc:graphicFrameChg chg="mod">
          <ac:chgData name="Ines Wodarz" userId="S::woi45919@hs-regensburg.de::eea25bdb-c1ac-4bff-a043-0a6432052995" providerId="AD" clId="Web-{4DA9D1DC-63FC-5681-F8DD-BDF45D842B9D}" dt="2025-06-15T15:44:00.270" v="0" actId="1076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del">
        <pc:chgData name="Ines Wodarz" userId="S::woi45919@hs-regensburg.de::eea25bdb-c1ac-4bff-a043-0a6432052995" providerId="AD" clId="Web-{4DA9D1DC-63FC-5681-F8DD-BDF45D842B9D}" dt="2025-06-15T17:07:01.744" v="95"/>
        <pc:sldMkLst>
          <pc:docMk/>
          <pc:sldMk cId="912317529" sldId="271"/>
        </pc:sldMkLst>
      </pc:sldChg>
      <pc:sldChg chg="modSp">
        <pc:chgData name="Ines Wodarz" userId="S::woi45919@hs-regensburg.de::eea25bdb-c1ac-4bff-a043-0a6432052995" providerId="AD" clId="Web-{4DA9D1DC-63FC-5681-F8DD-BDF45D842B9D}" dt="2025-06-15T17:16:11.107" v="150" actId="1076"/>
        <pc:sldMkLst>
          <pc:docMk/>
          <pc:sldMk cId="739728293" sldId="277"/>
        </pc:sldMkLst>
        <pc:spChg chg="mod">
          <ac:chgData name="Ines Wodarz" userId="S::woi45919@hs-regensburg.de::eea25bdb-c1ac-4bff-a043-0a6432052995" providerId="AD" clId="Web-{4DA9D1DC-63FC-5681-F8DD-BDF45D842B9D}" dt="2025-06-15T17:16:11.013" v="145" actId="20577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Ines Wodarz" userId="S::woi45919@hs-regensburg.de::eea25bdb-c1ac-4bff-a043-0a6432052995" providerId="AD" clId="Web-{4DA9D1DC-63FC-5681-F8DD-BDF45D842B9D}" dt="2025-06-15T17:16:11.060" v="146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076" v="147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091" v="148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107" v="149" actId="1076"/>
          <ac:picMkLst>
            <pc:docMk/>
            <pc:sldMk cId="739728293" sldId="277"/>
            <ac:picMk id="16" creationId="{3F378E44-7D76-EE3B-3835-39E9053C867F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107" v="150" actId="1076"/>
          <ac:picMkLst>
            <pc:docMk/>
            <pc:sldMk cId="739728293" sldId="277"/>
            <ac:picMk id="18" creationId="{E91D9621-DF11-5D71-4375-C6CF019F3C9E}"/>
          </ac:picMkLst>
        </pc:picChg>
      </pc:sldChg>
      <pc:sldChg chg="modSp">
        <pc:chgData name="Ines Wodarz" userId="S::woi45919@hs-regensburg.de::eea25bdb-c1ac-4bff-a043-0a6432052995" providerId="AD" clId="Web-{4DA9D1DC-63FC-5681-F8DD-BDF45D842B9D}" dt="2025-06-15T17:16:11.154" v="151" actId="1076"/>
        <pc:sldMkLst>
          <pc:docMk/>
          <pc:sldMk cId="2205569032" sldId="278"/>
        </pc:sldMkLst>
        <pc:picChg chg="mod">
          <ac:chgData name="Ines Wodarz" userId="S::woi45919@hs-regensburg.de::eea25bdb-c1ac-4bff-a043-0a6432052995" providerId="AD" clId="Web-{4DA9D1DC-63FC-5681-F8DD-BDF45D842B9D}" dt="2025-06-15T17:16:11.154" v="151" actId="1076"/>
          <ac:picMkLst>
            <pc:docMk/>
            <pc:sldMk cId="2205569032" sldId="278"/>
            <ac:picMk id="14" creationId="{A34D37F2-791B-BACA-8156-6822960BF02E}"/>
          </ac:picMkLst>
        </pc:picChg>
      </pc:sldChg>
      <pc:sldChg chg="delSp modSp">
        <pc:chgData name="Ines Wodarz" userId="S::woi45919@hs-regensburg.de::eea25bdb-c1ac-4bff-a043-0a6432052995" providerId="AD" clId="Web-{4DA9D1DC-63FC-5681-F8DD-BDF45D842B9D}" dt="2025-06-15T17:16:11.498" v="160" actId="1076"/>
        <pc:sldMkLst>
          <pc:docMk/>
          <pc:sldMk cId="2113395588" sldId="294"/>
        </pc:sldMkLst>
        <pc:spChg chg="mod">
          <ac:chgData name="Ines Wodarz" userId="S::woi45919@hs-regensburg.de::eea25bdb-c1ac-4bff-a043-0a6432052995" providerId="AD" clId="Web-{4DA9D1DC-63FC-5681-F8DD-BDF45D842B9D}" dt="2025-06-15T17:16:11.279" v="155" actId="1076"/>
          <ac:spMkLst>
            <pc:docMk/>
            <pc:sldMk cId="2113395588" sldId="294"/>
            <ac:spMk id="11" creationId="{2169BCC5-AB5D-5338-CC7C-B5A29120F1CC}"/>
          </ac:spMkLst>
        </pc:spChg>
        <pc:spChg chg="mod">
          <ac:chgData name="Ines Wodarz" userId="S::woi45919@hs-regensburg.de::eea25bdb-c1ac-4bff-a043-0a6432052995" providerId="AD" clId="Web-{4DA9D1DC-63FC-5681-F8DD-BDF45D842B9D}" dt="2025-06-15T17:16:11.310" v="156" actId="1076"/>
          <ac:spMkLst>
            <pc:docMk/>
            <pc:sldMk cId="2113395588" sldId="294"/>
            <ac:spMk id="12" creationId="{42D77650-E091-A41B-489C-F43ECFC293E3}"/>
          </ac:spMkLst>
        </pc:spChg>
        <pc:spChg chg="mod">
          <ac:chgData name="Ines Wodarz" userId="S::woi45919@hs-regensburg.de::eea25bdb-c1ac-4bff-a043-0a6432052995" providerId="AD" clId="Web-{4DA9D1DC-63FC-5681-F8DD-BDF45D842B9D}" dt="2025-06-15T17:16:11.451" v="159" actId="1076"/>
          <ac:spMkLst>
            <pc:docMk/>
            <pc:sldMk cId="2113395588" sldId="294"/>
            <ac:spMk id="17" creationId="{B011BC75-E238-9CD3-21E2-F8AC588CC126}"/>
          </ac:spMkLst>
        </pc:spChg>
        <pc:spChg chg="del">
          <ac:chgData name="Ines Wodarz" userId="S::woi45919@hs-regensburg.de::eea25bdb-c1ac-4bff-a043-0a6432052995" providerId="AD" clId="Web-{4DA9D1DC-63FC-5681-F8DD-BDF45D842B9D}" dt="2025-06-15T17:16:11.154" v="152"/>
          <ac:spMkLst>
            <pc:docMk/>
            <pc:sldMk cId="2113395588" sldId="294"/>
            <ac:spMk id="21" creationId="{2618E393-E5EE-82A3-B767-3BB1C6271AD3}"/>
          </ac:spMkLst>
        </pc:spChg>
        <pc:graphicFrameChg chg="mod">
          <ac:chgData name="Ines Wodarz" userId="S::woi45919@hs-regensburg.de::eea25bdb-c1ac-4bff-a043-0a6432052995" providerId="AD" clId="Web-{4DA9D1DC-63FC-5681-F8DD-BDF45D842B9D}" dt="2025-06-15T17:16:11.498" v="160" actId="1076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mod">
          <ac:chgData name="Ines Wodarz" userId="S::woi45919@hs-regensburg.de::eea25bdb-c1ac-4bff-a043-0a6432052995" providerId="AD" clId="Web-{4DA9D1DC-63FC-5681-F8DD-BDF45D842B9D}" dt="2025-06-15T17:16:11.201" v="153" actId="1076"/>
          <ac:picMkLst>
            <pc:docMk/>
            <pc:sldMk cId="2113395588" sldId="294"/>
            <ac:picMk id="4" creationId="{04AA6021-8C13-1663-3D1D-5C4165240FE1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248" v="154" actId="1076"/>
          <ac:picMkLst>
            <pc:docMk/>
            <pc:sldMk cId="2113395588" sldId="294"/>
            <ac:picMk id="8" creationId="{40302531-3B27-F1FF-FD4E-4C3A42AA67EE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357" v="157" actId="1076"/>
          <ac:picMkLst>
            <pc:docMk/>
            <pc:sldMk cId="2113395588" sldId="294"/>
            <ac:picMk id="14" creationId="{E97C3407-0488-EF52-792E-F8039647B5A3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388" v="158" actId="1076"/>
          <ac:picMkLst>
            <pc:docMk/>
            <pc:sldMk cId="2113395588" sldId="294"/>
            <ac:picMk id="15" creationId="{C68B6C7B-3DA4-33B8-7EE0-1F9A568382BE}"/>
          </ac:picMkLst>
        </pc:picChg>
      </pc:sldChg>
      <pc:sldChg chg="addSp delSp modSp new del">
        <pc:chgData name="Ines Wodarz" userId="S::woi45919@hs-regensburg.de::eea25bdb-c1ac-4bff-a043-0a6432052995" providerId="AD" clId="Web-{4DA9D1DC-63FC-5681-F8DD-BDF45D842B9D}" dt="2025-06-15T17:16:10.919" v="142"/>
        <pc:sldMkLst>
          <pc:docMk/>
          <pc:sldMk cId="207321787" sldId="295"/>
        </pc:sldMkLst>
        <pc:spChg chg="mod">
          <ac:chgData name="Ines Wodarz" userId="S::woi45919@hs-regensburg.de::eea25bdb-c1ac-4bff-a043-0a6432052995" providerId="AD" clId="Web-{4DA9D1DC-63FC-5681-F8DD-BDF45D842B9D}" dt="2025-06-15T16:41:55.585" v="21" actId="20577"/>
          <ac:spMkLst>
            <pc:docMk/>
            <pc:sldMk cId="207321787" sldId="295"/>
            <ac:spMk id="2" creationId="{FF52652E-CCA5-CD50-3DFB-A1973892F93C}"/>
          </ac:spMkLst>
        </pc:spChg>
        <pc:spChg chg="add mod">
          <ac:chgData name="Ines Wodarz" userId="S::woi45919@hs-regensburg.de::eea25bdb-c1ac-4bff-a043-0a6432052995" providerId="AD" clId="Web-{4DA9D1DC-63FC-5681-F8DD-BDF45D842B9D}" dt="2025-06-15T17:16:05.591" v="134" actId="14100"/>
          <ac:spMkLst>
            <pc:docMk/>
            <pc:sldMk cId="207321787" sldId="295"/>
            <ac:spMk id="4" creationId="{06CFA1A2-7611-7CEA-7491-D8CA4DA84C33}"/>
          </ac:spMkLst>
        </pc:spChg>
        <pc:spChg chg="add del mod">
          <ac:chgData name="Ines Wodarz" userId="S::woi45919@hs-regensburg.de::eea25bdb-c1ac-4bff-a043-0a6432052995" providerId="AD" clId="Web-{4DA9D1DC-63FC-5681-F8DD-BDF45D842B9D}" dt="2025-06-15T17:06:31.525" v="91"/>
          <ac:spMkLst>
            <pc:docMk/>
            <pc:sldMk cId="207321787" sldId="295"/>
            <ac:spMk id="5" creationId="{4022F409-B11C-07BA-B07B-88F8738C51C9}"/>
          </ac:spMkLst>
        </pc:spChg>
        <pc:picChg chg="add mod">
          <ac:chgData name="Ines Wodarz" userId="S::woi45919@hs-regensburg.de::eea25bdb-c1ac-4bff-a043-0a6432052995" providerId="AD" clId="Web-{4DA9D1DC-63FC-5681-F8DD-BDF45D842B9D}" dt="2025-06-15T17:16:05.310" v="133" actId="1076"/>
          <ac:picMkLst>
            <pc:docMk/>
            <pc:sldMk cId="207321787" sldId="295"/>
            <ac:picMk id="7" creationId="{C8607B72-167B-BA81-5F28-0898906C5903}"/>
          </ac:picMkLst>
        </pc:picChg>
        <pc:picChg chg="add mod">
          <ac:chgData name="Ines Wodarz" userId="S::woi45919@hs-regensburg.de::eea25bdb-c1ac-4bff-a043-0a6432052995" providerId="AD" clId="Web-{4DA9D1DC-63FC-5681-F8DD-BDF45D842B9D}" dt="2025-06-15T17:16:05.091" v="132" actId="1076"/>
          <ac:picMkLst>
            <pc:docMk/>
            <pc:sldMk cId="207321787" sldId="295"/>
            <ac:picMk id="9" creationId="{28D5EB5D-85A3-7FAA-450F-E51D90547AD4}"/>
          </ac:picMkLst>
        </pc:picChg>
        <pc:picChg chg="add mod">
          <ac:chgData name="Ines Wodarz" userId="S::woi45919@hs-regensburg.de::eea25bdb-c1ac-4bff-a043-0a6432052995" providerId="AD" clId="Web-{4DA9D1DC-63FC-5681-F8DD-BDF45D842B9D}" dt="2025-06-15T17:16:04.654" v="131" actId="1076"/>
          <ac:picMkLst>
            <pc:docMk/>
            <pc:sldMk cId="207321787" sldId="295"/>
            <ac:picMk id="11" creationId="{EA24D1D9-F447-ACC1-A7A8-C1F34B82A51A}"/>
          </ac:picMkLst>
        </pc:picChg>
      </pc:sldChg>
      <pc:sldChg chg="modSp add del">
        <pc:chgData name="Ines Wodarz" userId="S::woi45919@hs-regensburg.de::eea25bdb-c1ac-4bff-a043-0a6432052995" providerId="AD" clId="Web-{4DA9D1DC-63FC-5681-F8DD-BDF45D842B9D}" dt="2025-06-15T17:16:10.919" v="143"/>
        <pc:sldMkLst>
          <pc:docMk/>
          <pc:sldMk cId="743485358" sldId="296"/>
        </pc:sldMkLst>
        <pc:spChg chg="mod">
          <ac:chgData name="Ines Wodarz" userId="S::woi45919@hs-regensburg.de::eea25bdb-c1ac-4bff-a043-0a6432052995" providerId="AD" clId="Web-{4DA9D1DC-63FC-5681-F8DD-BDF45D842B9D}" dt="2025-06-15T17:16:09.466" v="141" actId="20577"/>
          <ac:spMkLst>
            <pc:docMk/>
            <pc:sldMk cId="743485358" sldId="296"/>
            <ac:spMk id="4" creationId="{06CFA1A2-7611-7CEA-7491-D8CA4DA84C33}"/>
          </ac:spMkLst>
        </pc:spChg>
        <pc:picChg chg="mod">
          <ac:chgData name="Ines Wodarz" userId="S::woi45919@hs-regensburg.de::eea25bdb-c1ac-4bff-a043-0a6432052995" providerId="AD" clId="Web-{4DA9D1DC-63FC-5681-F8DD-BDF45D842B9D}" dt="2025-06-15T17:16:07.013" v="138" actId="1076"/>
          <ac:picMkLst>
            <pc:docMk/>
            <pc:sldMk cId="743485358" sldId="296"/>
            <ac:picMk id="7" creationId="{C8607B72-167B-BA81-5F28-0898906C5903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06.685" v="137" actId="1076"/>
          <ac:picMkLst>
            <pc:docMk/>
            <pc:sldMk cId="743485358" sldId="296"/>
            <ac:picMk id="9" creationId="{28D5EB5D-85A3-7FAA-450F-E51D90547AD4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06.451" v="136" actId="1076"/>
          <ac:picMkLst>
            <pc:docMk/>
            <pc:sldMk cId="743485358" sldId="296"/>
            <ac:picMk id="11" creationId="{EA24D1D9-F447-ACC1-A7A8-C1F34B82A51A}"/>
          </ac:picMkLst>
        </pc:picChg>
      </pc:sldChg>
    </pc:docChg>
  </pc:docChgLst>
  <pc:docChgLst>
    <pc:chgData name="Max Hubauer" userId="S::hum42185@hs-regensburg.de::4aa4017d-c21c-4067-a375-0aad29452a1b" providerId="AD" clId="Web-{EA73FE3F-41A6-E5F8-2453-26B09849ED8C}"/>
    <pc:docChg chg="addSld delSld modSld sldOrd modSection">
      <pc:chgData name="Max Hubauer" userId="S::hum42185@hs-regensburg.de::4aa4017d-c21c-4067-a375-0aad29452a1b" providerId="AD" clId="Web-{EA73FE3F-41A6-E5F8-2453-26B09849ED8C}" dt="2025-06-08T13:19:41.072" v="319" actId="1076"/>
      <pc:docMkLst>
        <pc:docMk/>
      </pc:docMkLst>
      <pc:sldChg chg="addSp delSp modSp mod setBg">
        <pc:chgData name="Max Hubauer" userId="S::hum42185@hs-regensburg.de::4aa4017d-c21c-4067-a375-0aad29452a1b" providerId="AD" clId="Web-{EA73FE3F-41A6-E5F8-2453-26B09849ED8C}" dt="2025-06-08T13:18:56.180" v="309" actId="20577"/>
        <pc:sldMkLst>
          <pc:docMk/>
          <pc:sldMk cId="0" sldId="256"/>
        </pc:sldMkLst>
        <pc:spChg chg="add mod">
          <ac:chgData name="Max Hubauer" userId="S::hum42185@hs-regensburg.de::4aa4017d-c21c-4067-a375-0aad29452a1b" providerId="AD" clId="Web-{EA73FE3F-41A6-E5F8-2453-26B09849ED8C}" dt="2025-06-08T13:14:43.185" v="230" actId="20577"/>
          <ac:spMkLst>
            <pc:docMk/>
            <pc:sldMk cId="0" sldId="256"/>
            <ac:spMk id="3" creationId="{92CABE9E-7CFB-5887-7AA5-7A8E21AF157F}"/>
          </ac:spMkLst>
        </pc:spChg>
        <pc:spChg chg="add mod">
          <ac:chgData name="Max Hubauer" userId="S::hum42185@hs-regensburg.de::4aa4017d-c21c-4067-a375-0aad29452a1b" providerId="AD" clId="Web-{EA73FE3F-41A6-E5F8-2453-26B09849ED8C}" dt="2025-06-08T13:18:24.491" v="302" actId="20577"/>
          <ac:spMkLst>
            <pc:docMk/>
            <pc:sldMk cId="0" sldId="256"/>
            <ac:spMk id="6" creationId="{3AF3C1E9-DF30-3317-F9E5-A7E456C6A17A}"/>
          </ac:spMkLst>
        </pc:spChg>
        <pc:spChg chg="del">
          <ac:chgData name="Max Hubauer" userId="S::hum42185@hs-regensburg.de::4aa4017d-c21c-4067-a375-0aad29452a1b" providerId="AD" clId="Web-{EA73FE3F-41A6-E5F8-2453-26B09849ED8C}" dt="2025-06-08T13:14:21.528" v="225"/>
          <ac:spMkLst>
            <pc:docMk/>
            <pc:sldMk cId="0" sldId="256"/>
            <ac:spMk id="7" creationId="{A1CD694F-171D-F2A6-FE67-D348BCC5B90C}"/>
          </ac:spMkLst>
        </pc:spChg>
        <pc:spChg chg="del mod">
          <ac:chgData name="Max Hubauer" userId="S::hum42185@hs-regensburg.de::4aa4017d-c21c-4067-a375-0aad29452a1b" providerId="AD" clId="Web-{EA73FE3F-41A6-E5F8-2453-26B09849ED8C}" dt="2025-06-08T13:14:58.826" v="235"/>
          <ac:spMkLst>
            <pc:docMk/>
            <pc:sldMk cId="0" sldId="256"/>
            <ac:spMk id="9" creationId="{821E20BB-11B7-310F-50C4-ADDF417BFF8A}"/>
          </ac:spMkLst>
        </pc:spChg>
        <pc:spChg chg="add mod">
          <ac:chgData name="Max Hubauer" userId="S::hum42185@hs-regensburg.de::4aa4017d-c21c-4067-a375-0aad29452a1b" providerId="AD" clId="Web-{EA73FE3F-41A6-E5F8-2453-26B09849ED8C}" dt="2025-06-08T13:18:56.180" v="309" actId="20577"/>
          <ac:spMkLst>
            <pc:docMk/>
            <pc:sldMk cId="0" sldId="256"/>
            <ac:spMk id="10" creationId="{E17C3B7F-902C-16D6-4D7C-54CEE9C9E25E}"/>
          </ac:spMkLst>
        </pc:spChg>
        <pc:grpChg chg="del">
          <ac:chgData name="Max Hubauer" userId="S::hum42185@hs-regensburg.de::4aa4017d-c21c-4067-a375-0aad29452a1b" providerId="AD" clId="Web-{EA73FE3F-41A6-E5F8-2453-26B09849ED8C}" dt="2025-06-08T13:14:47.560" v="231"/>
          <ac:grpSpMkLst>
            <pc:docMk/>
            <pc:sldMk cId="0" sldId="256"/>
            <ac:grpSpMk id="16" creationId="{37467544-D0F2-D589-5896-9C516B2790FC}"/>
          </ac:grpSpMkLst>
        </pc:grpChg>
      </pc:sldChg>
      <pc:sldChg chg="add del mod ord modShow">
        <pc:chgData name="Max Hubauer" userId="S::hum42185@hs-regensburg.de::4aa4017d-c21c-4067-a375-0aad29452a1b" providerId="AD" clId="Web-{EA73FE3F-41A6-E5F8-2453-26B09849ED8C}" dt="2025-06-08T13:19:11.712" v="314"/>
        <pc:sldMkLst>
          <pc:docMk/>
          <pc:sldMk cId="0" sldId="257"/>
        </pc:sldMkLst>
      </pc:sldChg>
      <pc:sldChg chg="addSp delSp modSp mod setBg">
        <pc:chgData name="Max Hubauer" userId="S::hum42185@hs-regensburg.de::4aa4017d-c21c-4067-a375-0aad29452a1b" providerId="AD" clId="Web-{EA73FE3F-41A6-E5F8-2453-26B09849ED8C}" dt="2025-06-08T13:19:41.072" v="319" actId="1076"/>
        <pc:sldMkLst>
          <pc:docMk/>
          <pc:sldMk cId="3839957984" sldId="258"/>
        </pc:sldMkLst>
        <pc:spChg chg="mod">
          <ac:chgData name="Max Hubauer" userId="S::hum42185@hs-regensburg.de::4aa4017d-c21c-4067-a375-0aad29452a1b" providerId="AD" clId="Web-{EA73FE3F-41A6-E5F8-2453-26B09849ED8C}" dt="2025-06-08T12:57:21.814" v="2" actId="1076"/>
          <ac:spMkLst>
            <pc:docMk/>
            <pc:sldMk cId="3839957984" sldId="258"/>
            <ac:spMk id="2" creationId="{51BFD748-CB37-49A0-C7D6-85B27C6EC92B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2:39.414" v="206" actId="20577"/>
          <ac:spMkLst>
            <pc:docMk/>
            <pc:sldMk cId="3839957984" sldId="258"/>
            <ac:spMk id="3" creationId="{521D5070-84E7-4DC6-1D87-9F484C1451A4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3:31.088" v="216" actId="20577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2:51.634" v="208" actId="20577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9:41.041" v="317" actId="1076"/>
          <ac:spMkLst>
            <pc:docMk/>
            <pc:sldMk cId="3839957984" sldId="258"/>
            <ac:spMk id="12" creationId="{181ACDE8-4BBD-3520-B2CC-EC7568F74FF8}"/>
          </ac:spMkLst>
        </pc:spChg>
        <pc:spChg chg="add del mod">
          <ac:chgData name="Max Hubauer" userId="S::hum42185@hs-regensburg.de::4aa4017d-c21c-4067-a375-0aad29452a1b" providerId="AD" clId="Web-{EA73FE3F-41A6-E5F8-2453-26B09849ED8C}" dt="2025-06-08T13:19:41.072" v="319" actId="1076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3:43.245" v="219" actId="20577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Max Hubauer" userId="S::hum42185@hs-regensburg.de::4aa4017d-c21c-4067-a375-0aad29452a1b" providerId="AD" clId="Web-{EA73FE3F-41A6-E5F8-2453-26B09849ED8C}" dt="2025-06-08T13:12:57.165" v="209" actId="1076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Max Hubauer" userId="S::hum42185@hs-regensburg.de::4aa4017d-c21c-4067-a375-0aad29452a1b" providerId="AD" clId="Web-{EA73FE3F-41A6-E5F8-2453-26B09849ED8C}" dt="2025-06-08T13:19:41.025" v="316" actId="107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Max Hubauer" userId="S::hum42185@hs-regensburg.de::4aa4017d-c21c-4067-a375-0aad29452a1b" providerId="AD" clId="Web-{EA73FE3F-41A6-E5F8-2453-26B09849ED8C}" dt="2025-06-08T13:19:41.057" v="318" actId="1076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Max Hubauer" userId="S::hum42185@hs-regensburg.de::4aa4017d-c21c-4067-a375-0aad29452a1b" providerId="AD" clId="Web-{EA73FE3F-41A6-E5F8-2453-26B09849ED8C}" dt="2025-06-08T13:11:58.116" v="199" actId="1076"/>
          <ac:picMkLst>
            <pc:docMk/>
            <pc:sldMk cId="3839957984" sldId="258"/>
            <ac:picMk id="19" creationId="{B5C06DAA-3250-A0BC-FD12-88C1DD02AD74}"/>
          </ac:picMkLst>
        </pc:picChg>
        <pc:picChg chg="mod ord">
          <ac:chgData name="Max Hubauer" userId="S::hum42185@hs-regensburg.de::4aa4017d-c21c-4067-a375-0aad29452a1b" providerId="AD" clId="Web-{EA73FE3F-41A6-E5F8-2453-26B09849ED8C}" dt="2025-06-08T13:11:58.100" v="198" actId="1076"/>
          <ac:picMkLst>
            <pc:docMk/>
            <pc:sldMk cId="3839957984" sldId="258"/>
            <ac:picMk id="21" creationId="{0DBC3F24-25EB-3ED8-FF0C-C88491FB685F}"/>
          </ac:picMkLst>
        </pc:picChg>
      </pc:sldChg>
      <pc:sldChg chg="addSp modSp new del">
        <pc:chgData name="Max Hubauer" userId="S::hum42185@hs-regensburg.de::4aa4017d-c21c-4067-a375-0aad29452a1b" providerId="AD" clId="Web-{EA73FE3F-41A6-E5F8-2453-26B09849ED8C}" dt="2025-06-08T13:19:30.994" v="315"/>
        <pc:sldMkLst>
          <pc:docMk/>
          <pc:sldMk cId="1228568720" sldId="262"/>
        </pc:sldMkLst>
        <pc:spChg chg="add mod">
          <ac:chgData name="Max Hubauer" userId="S::hum42185@hs-regensburg.de::4aa4017d-c21c-4067-a375-0aad29452a1b" providerId="AD" clId="Web-{EA73FE3F-41A6-E5F8-2453-26B09849ED8C}" dt="2025-06-08T13:17:39.614" v="284" actId="14100"/>
          <ac:spMkLst>
            <pc:docMk/>
            <pc:sldMk cId="1228568720" sldId="262"/>
            <ac:spMk id="7" creationId="{02CCBBE4-AD7D-7779-9F38-E324488C13FC}"/>
          </ac:spMkLst>
        </pc:spChg>
      </pc:sldChg>
    </pc:docChg>
  </pc:docChgLst>
  <pc:docChgLst>
    <pc:chgData name="QuangTung Vo" userId="S::voq47493@hs-regensburg.de::70ca6c10-5c96-45a7-9902-38ac12776db3" providerId="AD" clId="Web-{82F061EA-1469-83DA-1BC7-C3E7FBAF50C0}"/>
    <pc:docChg chg="addSld delSld modSld modSection">
      <pc:chgData name="QuangTung Vo" userId="S::voq47493@hs-regensburg.de::70ca6c10-5c96-45a7-9902-38ac12776db3" providerId="AD" clId="Web-{82F061EA-1469-83DA-1BC7-C3E7FBAF50C0}" dt="2025-06-16T17:55:00.564" v="2147"/>
      <pc:docMkLst>
        <pc:docMk/>
      </pc:docMkLst>
      <pc:sldChg chg="addSp delSp modSp">
        <pc:chgData name="QuangTung Vo" userId="S::voq47493@hs-regensburg.de::70ca6c10-5c96-45a7-9902-38ac12776db3" providerId="AD" clId="Web-{82F061EA-1469-83DA-1BC7-C3E7FBAF50C0}" dt="2025-06-16T16:47:28.475" v="1541" actId="20577"/>
        <pc:sldMkLst>
          <pc:docMk/>
          <pc:sldMk cId="1115697934" sldId="259"/>
        </pc:sldMkLst>
        <pc:spChg chg="add del mod">
          <ac:chgData name="QuangTung Vo" userId="S::voq47493@hs-regensburg.de::70ca6c10-5c96-45a7-9902-38ac12776db3" providerId="AD" clId="Web-{82F061EA-1469-83DA-1BC7-C3E7FBAF50C0}" dt="2025-06-16T16:29:18.438" v="1203"/>
          <ac:spMkLst>
            <pc:docMk/>
            <pc:sldMk cId="1115697934" sldId="259"/>
            <ac:spMk id="2" creationId="{9DCE89C2-8B6B-7117-3BFF-C49B6D3D306F}"/>
          </ac:spMkLst>
        </pc:spChg>
        <pc:spChg chg="mod">
          <ac:chgData name="QuangTung Vo" userId="S::voq47493@hs-regensburg.de::70ca6c10-5c96-45a7-9902-38ac12776db3" providerId="AD" clId="Web-{82F061EA-1469-83DA-1BC7-C3E7FBAF50C0}" dt="2025-06-16T16:46:32.707" v="1534" actId="20577"/>
          <ac:spMkLst>
            <pc:docMk/>
            <pc:sldMk cId="1115697934" sldId="259"/>
            <ac:spMk id="5" creationId="{8F945C36-F7B5-2B18-10A1-172C279D0AED}"/>
          </ac:spMkLst>
        </pc:spChg>
        <pc:spChg chg="add mod">
          <ac:chgData name="QuangTung Vo" userId="S::voq47493@hs-regensburg.de::70ca6c10-5c96-45a7-9902-38ac12776db3" providerId="AD" clId="Web-{82F061EA-1469-83DA-1BC7-C3E7FBAF50C0}" dt="2025-06-16T16:47:28.475" v="1541" actId="20577"/>
          <ac:spMkLst>
            <pc:docMk/>
            <pc:sldMk cId="1115697934" sldId="259"/>
            <ac:spMk id="6" creationId="{ABE7E4D8-BBA4-7BF1-4A10-82763ACDF5A7}"/>
          </ac:spMkLst>
        </pc:spChg>
      </pc:sldChg>
      <pc:sldChg chg="addSp delSp modSp">
        <pc:chgData name="QuangTung Vo" userId="S::voq47493@hs-regensburg.de::70ca6c10-5c96-45a7-9902-38ac12776db3" providerId="AD" clId="Web-{82F061EA-1469-83DA-1BC7-C3E7FBAF50C0}" dt="2025-06-16T17:55:00.564" v="2147"/>
        <pc:sldMkLst>
          <pc:docMk/>
          <pc:sldMk cId="176158537" sldId="274"/>
        </pc:sldMkLst>
        <pc:graphicFrameChg chg="mod modGraphic">
          <ac:chgData name="QuangTung Vo" userId="S::voq47493@hs-regensburg.de::70ca6c10-5c96-45a7-9902-38ac12776db3" providerId="AD" clId="Web-{82F061EA-1469-83DA-1BC7-C3E7FBAF50C0}" dt="2025-06-16T17:55:00.564" v="2147"/>
          <ac:graphicFrameMkLst>
            <pc:docMk/>
            <pc:sldMk cId="176158537" sldId="274"/>
            <ac:graphicFrameMk id="5" creationId="{E5C0016D-08E0-68F0-7926-C5B636BDA845}"/>
          </ac:graphicFrameMkLst>
        </pc:graphicFrameChg>
        <pc:graphicFrameChg chg="del mod modGraphic">
          <ac:chgData name="QuangTung Vo" userId="S::voq47493@hs-regensburg.de::70ca6c10-5c96-45a7-9902-38ac12776db3" providerId="AD" clId="Web-{82F061EA-1469-83DA-1BC7-C3E7FBAF50C0}" dt="2025-06-16T17:26:37.975" v="1834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mod">
          <ac:chgData name="QuangTung Vo" userId="S::voq47493@hs-regensburg.de::70ca6c10-5c96-45a7-9902-38ac12776db3" providerId="AD" clId="Web-{82F061EA-1469-83DA-1BC7-C3E7FBAF50C0}" dt="2025-06-16T17:47:01.876" v="2133" actId="14100"/>
          <ac:picMkLst>
            <pc:docMk/>
            <pc:sldMk cId="176158537" sldId="274"/>
            <ac:picMk id="4" creationId="{F021132D-6E16-A576-2054-49630B9AC5CE}"/>
          </ac:picMkLst>
        </pc:picChg>
      </pc:sldChg>
      <pc:sldChg chg="modSp">
        <pc:chgData name="QuangTung Vo" userId="S::voq47493@hs-regensburg.de::70ca6c10-5c96-45a7-9902-38ac12776db3" providerId="AD" clId="Web-{82F061EA-1469-83DA-1BC7-C3E7FBAF50C0}" dt="2025-06-16T11:34:43.672" v="57" actId="1076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82F061EA-1469-83DA-1BC7-C3E7FBAF50C0}" dt="2025-06-16T11:27:01.276" v="50" actId="1076"/>
          <ac:spMkLst>
            <pc:docMk/>
            <pc:sldMk cId="2205569032" sldId="278"/>
            <ac:spMk id="5" creationId="{D04CF8B5-E695-6477-3F95-7EC3F90C92DB}"/>
          </ac:spMkLst>
        </pc:spChg>
        <pc:picChg chg="mod">
          <ac:chgData name="QuangTung Vo" userId="S::voq47493@hs-regensburg.de::70ca6c10-5c96-45a7-9902-38ac12776db3" providerId="AD" clId="Web-{82F061EA-1469-83DA-1BC7-C3E7FBAF50C0}" dt="2025-06-16T11:04:26.894" v="3" actId="14100"/>
          <ac:picMkLst>
            <pc:docMk/>
            <pc:sldMk cId="2205569032" sldId="278"/>
            <ac:picMk id="4" creationId="{D95548C3-5C4D-0C8C-5D29-B593FC25A637}"/>
          </ac:picMkLst>
        </pc:picChg>
        <pc:picChg chg="mod">
          <ac:chgData name="QuangTung Vo" userId="S::voq47493@hs-regensburg.de::70ca6c10-5c96-45a7-9902-38ac12776db3" providerId="AD" clId="Web-{82F061EA-1469-83DA-1BC7-C3E7FBAF50C0}" dt="2025-06-16T11:34:43.672" v="57" actId="1076"/>
          <ac:picMkLst>
            <pc:docMk/>
            <pc:sldMk cId="2205569032" sldId="278"/>
            <ac:picMk id="14" creationId="{A34D37F2-791B-BACA-8156-6822960BF02E}"/>
          </ac:picMkLst>
        </pc:picChg>
      </pc:sldChg>
      <pc:sldChg chg="addSp modSp">
        <pc:chgData name="QuangTung Vo" userId="S::voq47493@hs-regensburg.de::70ca6c10-5c96-45a7-9902-38ac12776db3" providerId="AD" clId="Web-{82F061EA-1469-83DA-1BC7-C3E7FBAF50C0}" dt="2025-06-16T14:25:45.636" v="900" actId="1076"/>
        <pc:sldMkLst>
          <pc:docMk/>
          <pc:sldMk cId="3447919696" sldId="288"/>
        </pc:sldMkLst>
        <pc:spChg chg="add mod">
          <ac:chgData name="QuangTung Vo" userId="S::voq47493@hs-regensburg.de::70ca6c10-5c96-45a7-9902-38ac12776db3" providerId="AD" clId="Web-{82F061EA-1469-83DA-1BC7-C3E7FBAF50C0}" dt="2025-06-16T14:14:22.048" v="791" actId="1076"/>
          <ac:spMkLst>
            <pc:docMk/>
            <pc:sldMk cId="3447919696" sldId="288"/>
            <ac:spMk id="5" creationId="{237D9E64-45CA-8692-9084-F264EEE7FB41}"/>
          </ac:spMkLst>
        </pc:spChg>
        <pc:spChg chg="mod">
          <ac:chgData name="QuangTung Vo" userId="S::voq47493@hs-regensburg.de::70ca6c10-5c96-45a7-9902-38ac12776db3" providerId="AD" clId="Web-{82F061EA-1469-83DA-1BC7-C3E7FBAF50C0}" dt="2025-06-16T14:25:45.636" v="900" actId="1076"/>
          <ac:spMkLst>
            <pc:docMk/>
            <pc:sldMk cId="3447919696" sldId="288"/>
            <ac:spMk id="17" creationId="{9C2437F3-F248-E53C-C776-305B733E4A59}"/>
          </ac:spMkLst>
        </pc:spChg>
      </pc:sldChg>
      <pc:sldChg chg="modSp del">
        <pc:chgData name="QuangTung Vo" userId="S::voq47493@hs-regensburg.de::70ca6c10-5c96-45a7-9902-38ac12776db3" providerId="AD" clId="Web-{82F061EA-1469-83DA-1BC7-C3E7FBAF50C0}" dt="2025-06-16T15:54:05.289" v="1190"/>
        <pc:sldMkLst>
          <pc:docMk/>
          <pc:sldMk cId="3243788257" sldId="289"/>
        </pc:sldMkLst>
        <pc:picChg chg="mod">
          <ac:chgData name="QuangTung Vo" userId="S::voq47493@hs-regensburg.de::70ca6c10-5c96-45a7-9902-38ac12776db3" providerId="AD" clId="Web-{82F061EA-1469-83DA-1BC7-C3E7FBAF50C0}" dt="2025-06-16T15:02:40.037" v="902" actId="1076"/>
          <ac:picMkLst>
            <pc:docMk/>
            <pc:sldMk cId="3243788257" sldId="289"/>
            <ac:picMk id="18" creationId="{B2F87918-3264-23D2-35C2-BC1C28F57913}"/>
          </ac:picMkLst>
        </pc:picChg>
      </pc:sldChg>
      <pc:sldChg chg="addSp modSp">
        <pc:chgData name="QuangTung Vo" userId="S::voq47493@hs-regensburg.de::70ca6c10-5c96-45a7-9902-38ac12776db3" providerId="AD" clId="Web-{82F061EA-1469-83DA-1BC7-C3E7FBAF50C0}" dt="2025-06-16T13:12:22.209" v="326" actId="20577"/>
        <pc:sldMkLst>
          <pc:docMk/>
          <pc:sldMk cId="2113395588" sldId="294"/>
        </pc:sldMkLst>
        <pc:spChg chg="add mod">
          <ac:chgData name="QuangTung Vo" userId="S::voq47493@hs-regensburg.de::70ca6c10-5c96-45a7-9902-38ac12776db3" providerId="AD" clId="Web-{82F061EA-1469-83DA-1BC7-C3E7FBAF50C0}" dt="2025-06-16T13:12:22.209" v="326" actId="20577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QuangTung Vo" userId="S::voq47493@hs-regensburg.de::70ca6c10-5c96-45a7-9902-38ac12776db3" providerId="AD" clId="Web-{82F061EA-1469-83DA-1BC7-C3E7FBAF50C0}" dt="2025-06-16T13:10:56.721" v="315" actId="20577"/>
          <ac:spMkLst>
            <pc:docMk/>
            <pc:sldMk cId="2113395588" sldId="294"/>
            <ac:spMk id="24" creationId="{DAA0E6E3-E75A-3524-B04D-3748EEBE81CD}"/>
          </ac:spMkLst>
        </pc:spChg>
        <pc:picChg chg="mod">
          <ac:chgData name="QuangTung Vo" userId="S::voq47493@hs-regensburg.de::70ca6c10-5c96-45a7-9902-38ac12776db3" providerId="AD" clId="Web-{82F061EA-1469-83DA-1BC7-C3E7FBAF50C0}" dt="2025-06-16T13:10:22.283" v="311" actId="1076"/>
          <ac:picMkLst>
            <pc:docMk/>
            <pc:sldMk cId="2113395588" sldId="294"/>
            <ac:picMk id="23" creationId="{0D49AFD4-428B-C99E-57CC-D95DEA2910E7}"/>
          </ac:picMkLst>
        </pc:picChg>
      </pc:sldChg>
      <pc:sldChg chg="modSp">
        <pc:chgData name="QuangTung Vo" userId="S::voq47493@hs-regensburg.de::70ca6c10-5c96-45a7-9902-38ac12776db3" providerId="AD" clId="Web-{82F061EA-1469-83DA-1BC7-C3E7FBAF50C0}" dt="2025-06-16T17:04:29.822" v="1692" actId="20577"/>
        <pc:sldMkLst>
          <pc:docMk/>
          <pc:sldMk cId="1811862505" sldId="300"/>
        </pc:sldMkLst>
        <pc:spChg chg="mod">
          <ac:chgData name="QuangTung Vo" userId="S::voq47493@hs-regensburg.de::70ca6c10-5c96-45a7-9902-38ac12776db3" providerId="AD" clId="Web-{82F061EA-1469-83DA-1BC7-C3E7FBAF50C0}" dt="2025-06-16T15:42:51.275" v="909" actId="20577"/>
          <ac:spMkLst>
            <pc:docMk/>
            <pc:sldMk cId="1811862505" sldId="300"/>
            <ac:spMk id="2" creationId="{5BEAE7BD-159A-430D-F38C-27B9C5F3C238}"/>
          </ac:spMkLst>
        </pc:spChg>
        <pc:spChg chg="mod">
          <ac:chgData name="QuangTung Vo" userId="S::voq47493@hs-regensburg.de::70ca6c10-5c96-45a7-9902-38ac12776db3" providerId="AD" clId="Web-{82F061EA-1469-83DA-1BC7-C3E7FBAF50C0}" dt="2025-06-16T15:53:28.210" v="1189" actId="1076"/>
          <ac:spMkLst>
            <pc:docMk/>
            <pc:sldMk cId="1811862505" sldId="300"/>
            <ac:spMk id="4" creationId="{09FAD96A-EE2B-417C-6B5F-B2F810CCD0ED}"/>
          </ac:spMkLst>
        </pc:spChg>
        <pc:spChg chg="mod">
          <ac:chgData name="QuangTung Vo" userId="S::voq47493@hs-regensburg.de::70ca6c10-5c96-45a7-9902-38ac12776db3" providerId="AD" clId="Web-{82F061EA-1469-83DA-1BC7-C3E7FBAF50C0}" dt="2025-06-16T17:04:29.822" v="1692" actId="20577"/>
          <ac:spMkLst>
            <pc:docMk/>
            <pc:sldMk cId="1811862505" sldId="300"/>
            <ac:spMk id="24" creationId="{EE71A871-94C7-0BEF-27A2-5A77600C16E9}"/>
          </ac:spMkLst>
        </pc:spChg>
      </pc:sldChg>
      <pc:sldChg chg="modSp del">
        <pc:chgData name="QuangTung Vo" userId="S::voq47493@hs-regensburg.de::70ca6c10-5c96-45a7-9902-38ac12776db3" providerId="AD" clId="Web-{82F061EA-1469-83DA-1BC7-C3E7FBAF50C0}" dt="2025-06-16T14:28:38.892" v="901"/>
        <pc:sldMkLst>
          <pc:docMk/>
          <pc:sldMk cId="3871704944" sldId="300"/>
        </pc:sldMkLst>
        <pc:picChg chg="mod">
          <ac:chgData name="QuangTung Vo" userId="S::voq47493@hs-regensburg.de::70ca6c10-5c96-45a7-9902-38ac12776db3" providerId="AD" clId="Web-{82F061EA-1469-83DA-1BC7-C3E7FBAF50C0}" dt="2025-06-16T13:01:28.169" v="251" actId="1076"/>
          <ac:picMkLst>
            <pc:docMk/>
            <pc:sldMk cId="3871704944" sldId="300"/>
            <ac:picMk id="14" creationId="{A2A3DDBB-C025-9755-F26F-8BE54548D7E0}"/>
          </ac:picMkLst>
        </pc:picChg>
      </pc:sldChg>
      <pc:sldChg chg="addSp delSp modSp new">
        <pc:chgData name="QuangTung Vo" userId="S::voq47493@hs-regensburg.de::70ca6c10-5c96-45a7-9902-38ac12776db3" providerId="AD" clId="Web-{82F061EA-1469-83DA-1BC7-C3E7FBAF50C0}" dt="2025-06-16T17:26:45.960" v="1835"/>
        <pc:sldMkLst>
          <pc:docMk/>
          <pc:sldMk cId="3055633411" sldId="301"/>
        </pc:sldMkLst>
        <pc:spChg chg="del">
          <ac:chgData name="QuangTung Vo" userId="S::voq47493@hs-regensburg.de::70ca6c10-5c96-45a7-9902-38ac12776db3" providerId="AD" clId="Web-{82F061EA-1469-83DA-1BC7-C3E7FBAF50C0}" dt="2025-06-16T16:53:53.019" v="1543"/>
          <ac:spMkLst>
            <pc:docMk/>
            <pc:sldMk cId="3055633411" sldId="301"/>
            <ac:spMk id="2" creationId="{356D422B-DA74-B9E9-A7F3-2FF96735A5A0}"/>
          </ac:spMkLst>
        </pc:spChg>
        <pc:graphicFrameChg chg="add del mod">
          <ac:chgData name="QuangTung Vo" userId="S::voq47493@hs-regensburg.de::70ca6c10-5c96-45a7-9902-38ac12776db3" providerId="AD" clId="Web-{82F061EA-1469-83DA-1BC7-C3E7FBAF50C0}" dt="2025-06-16T16:54:47.115" v="1546"/>
          <ac:graphicFrameMkLst>
            <pc:docMk/>
            <pc:sldMk cId="3055633411" sldId="301"/>
            <ac:graphicFrameMk id="4" creationId="{59B66A14-28B2-A47A-F7C5-A65CBA3715A1}"/>
          </ac:graphicFrameMkLst>
        </pc:graphicFrameChg>
        <pc:graphicFrameChg chg="add del mod modGraphic">
          <ac:chgData name="QuangTung Vo" userId="S::voq47493@hs-regensburg.de::70ca6c10-5c96-45a7-9902-38ac12776db3" providerId="AD" clId="Web-{82F061EA-1469-83DA-1BC7-C3E7FBAF50C0}" dt="2025-06-16T17:26:45.960" v="1835"/>
          <ac:graphicFrameMkLst>
            <pc:docMk/>
            <pc:sldMk cId="3055633411" sldId="301"/>
            <ac:graphicFrameMk id="5" creationId="{E5C0016D-08E0-68F0-7926-C5B636BDA845}"/>
          </ac:graphicFrameMkLst>
        </pc:graphicFrameChg>
      </pc:sldChg>
    </pc:docChg>
  </pc:docChgLst>
  <pc:docChgLst>
    <pc:chgData name="PhamTuyetNgan Vo" userId="S::vop47519@hs-regensburg.de::6eafc975-32e2-4ed2-b112-6f0b1a0a725d" providerId="AD" clId="Web-{BA24D88F-507C-A15C-48A7-99D828E2FDA6}"/>
    <pc:docChg chg="addSld modSld modSection">
      <pc:chgData name="PhamTuyetNgan Vo" userId="S::vop47519@hs-regensburg.de::6eafc975-32e2-4ed2-b112-6f0b1a0a725d" providerId="AD" clId="Web-{BA24D88F-507C-A15C-48A7-99D828E2FDA6}" dt="2025-06-15T13:20:14.440" v="230" actId="14100"/>
      <pc:docMkLst>
        <pc:docMk/>
      </pc:docMkLst>
      <pc:sldChg chg="addSp modSp">
        <pc:chgData name="PhamTuyetNgan Vo" userId="S::vop47519@hs-regensburg.de::6eafc975-32e2-4ed2-b112-6f0b1a0a725d" providerId="AD" clId="Web-{BA24D88F-507C-A15C-48A7-99D828E2FDA6}" dt="2025-06-15T09:35:53.644" v="14" actId="1076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BA24D88F-507C-A15C-48A7-99D828E2FDA6}" dt="2025-06-15T09:35:31.847" v="12" actId="1076"/>
          <ac:spMkLst>
            <pc:docMk/>
            <pc:sldMk cId="2166999962" sldId="287"/>
            <ac:spMk id="5" creationId="{28D35578-5B11-CA01-F659-F2B96792D269}"/>
          </ac:spMkLst>
        </pc:spChg>
        <pc:picChg chg="add mod ord">
          <ac:chgData name="PhamTuyetNgan Vo" userId="S::vop47519@hs-regensburg.de::6eafc975-32e2-4ed2-b112-6f0b1a0a725d" providerId="AD" clId="Web-{BA24D88F-507C-A15C-48A7-99D828E2FDA6}" dt="2025-06-15T09:35:22.596" v="9"/>
          <ac:picMkLst>
            <pc:docMk/>
            <pc:sldMk cId="2166999962" sldId="287"/>
            <ac:picMk id="4" creationId="{F823B564-DD3D-E276-6B86-D84CB8FE9071}"/>
          </ac:picMkLst>
        </pc:picChg>
        <pc:picChg chg="mod">
          <ac:chgData name="PhamTuyetNgan Vo" userId="S::vop47519@hs-regensburg.de::6eafc975-32e2-4ed2-b112-6f0b1a0a725d" providerId="AD" clId="Web-{BA24D88F-507C-A15C-48A7-99D828E2FDA6}" dt="2025-06-15T09:35:53.644" v="14" actId="1076"/>
          <ac:picMkLst>
            <pc:docMk/>
            <pc:sldMk cId="2166999962" sldId="287"/>
            <ac:picMk id="6" creationId="{C2105099-99D3-B618-568B-24222830E3C5}"/>
          </ac:picMkLst>
        </pc:picChg>
        <pc:picChg chg="mod">
          <ac:chgData name="PhamTuyetNgan Vo" userId="S::vop47519@hs-regensburg.de::6eafc975-32e2-4ed2-b112-6f0b1a0a725d" providerId="AD" clId="Web-{BA24D88F-507C-A15C-48A7-99D828E2FDA6}" dt="2025-06-15T09:35:26.596" v="11" actId="1076"/>
          <ac:picMkLst>
            <pc:docMk/>
            <pc:sldMk cId="2166999962" sldId="287"/>
            <ac:picMk id="619" creationId="{445C6447-7D1A-40ED-F9A3-F52F94784194}"/>
          </ac:picMkLst>
        </pc:picChg>
      </pc:sldChg>
      <pc:sldChg chg="addSp delSp modSp new">
        <pc:chgData name="PhamTuyetNgan Vo" userId="S::vop47519@hs-regensburg.de::6eafc975-32e2-4ed2-b112-6f0b1a0a725d" providerId="AD" clId="Web-{BA24D88F-507C-A15C-48A7-99D828E2FDA6}" dt="2025-06-15T12:32:15.945" v="117"/>
        <pc:sldMkLst>
          <pc:docMk/>
          <pc:sldMk cId="4127024289" sldId="292"/>
        </pc:sldMkLst>
        <pc:spChg chg="mod">
          <ac:chgData name="PhamTuyetNgan Vo" userId="S::vop47519@hs-regensburg.de::6eafc975-32e2-4ed2-b112-6f0b1a0a725d" providerId="AD" clId="Web-{BA24D88F-507C-A15C-48A7-99D828E2FDA6}" dt="2025-06-15T09:45:46.566" v="25" actId="1076"/>
          <ac:spMkLst>
            <pc:docMk/>
            <pc:sldMk cId="4127024289" sldId="292"/>
            <ac:spMk id="2" creationId="{000BFBA7-5F0C-D355-438B-6D5CB7ACD1B3}"/>
          </ac:spMkLst>
        </pc:spChg>
        <pc:spChg chg="add del">
          <ac:chgData name="PhamTuyetNgan Vo" userId="S::vop47519@hs-regensburg.de::6eafc975-32e2-4ed2-b112-6f0b1a0a725d" providerId="AD" clId="Web-{BA24D88F-507C-A15C-48A7-99D828E2FDA6}" dt="2025-06-15T10:03:11.115" v="28"/>
          <ac:spMkLst>
            <pc:docMk/>
            <pc:sldMk cId="4127024289" sldId="292"/>
            <ac:spMk id="4" creationId="{847BB13D-033A-A3AD-4A8C-22860D7117CA}"/>
          </ac:spMkLst>
        </pc:spChg>
        <pc:picChg chg="add del mod">
          <ac:chgData name="PhamTuyetNgan Vo" userId="S::vop47519@hs-regensburg.de::6eafc975-32e2-4ed2-b112-6f0b1a0a725d" providerId="AD" clId="Web-{BA24D88F-507C-A15C-48A7-99D828E2FDA6}" dt="2025-06-15T12:32:15.945" v="117"/>
          <ac:picMkLst>
            <pc:docMk/>
            <pc:sldMk cId="4127024289" sldId="292"/>
            <ac:picMk id="4" creationId="{14B1D905-861D-8311-4E0F-3036CBEB2505}"/>
          </ac:picMkLst>
        </pc:picChg>
      </pc:sldChg>
      <pc:sldChg chg="addSp delSp modSp new mod modClrScheme chgLayout">
        <pc:chgData name="PhamTuyetNgan Vo" userId="S::vop47519@hs-regensburg.de::6eafc975-32e2-4ed2-b112-6f0b1a0a725d" providerId="AD" clId="Web-{BA24D88F-507C-A15C-48A7-99D828E2FDA6}" dt="2025-06-15T13:20:14.440" v="230" actId="14100"/>
        <pc:sldMkLst>
          <pc:docMk/>
          <pc:sldMk cId="4257539562" sldId="293"/>
        </pc:sldMkLst>
        <pc:spChg chg="mod">
          <ac:chgData name="PhamTuyetNgan Vo" userId="S::vop47519@hs-regensburg.de::6eafc975-32e2-4ed2-b112-6f0b1a0a725d" providerId="AD" clId="Web-{BA24D88F-507C-A15C-48A7-99D828E2FDA6}" dt="2025-06-15T11:53:55.527" v="75" actId="1076"/>
          <ac:spMkLst>
            <pc:docMk/>
            <pc:sldMk cId="4257539562" sldId="293"/>
            <ac:spMk id="2" creationId="{4FE5DF84-4710-C7C3-E602-71B9BA5DFFB8}"/>
          </ac:spMkLst>
        </pc:spChg>
        <pc:spChg chg="mod ord">
          <ac:chgData name="PhamTuyetNgan Vo" userId="S::vop47519@hs-regensburg.de::6eafc975-32e2-4ed2-b112-6f0b1a0a725d" providerId="AD" clId="Web-{BA24D88F-507C-A15C-48A7-99D828E2FDA6}" dt="2025-06-15T11:53:38.152" v="72"/>
          <ac:spMkLst>
            <pc:docMk/>
            <pc:sldMk cId="4257539562" sldId="293"/>
            <ac:spMk id="3" creationId="{E379C662-FC38-E2ED-2B52-B98EB15E591C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08.273" v="45"/>
          <ac:spMkLst>
            <pc:docMk/>
            <pc:sldMk cId="4257539562" sldId="293"/>
            <ac:spMk id="6" creationId="{231B0A9E-9D56-4E53-36E2-DF86DB0A152F}"/>
          </ac:spMkLst>
        </pc:spChg>
        <pc:spChg chg="add mod">
          <ac:chgData name="PhamTuyetNgan Vo" userId="S::vop47519@hs-regensburg.de::6eafc975-32e2-4ed2-b112-6f0b1a0a725d" providerId="AD" clId="Web-{BA24D88F-507C-A15C-48A7-99D828E2FDA6}" dt="2025-06-15T13:14:28.477" v="208" actId="20577"/>
          <ac:spMkLst>
            <pc:docMk/>
            <pc:sldMk cId="4257539562" sldId="293"/>
            <ac:spMk id="6" creationId="{C1175157-2241-202F-9681-BAE4D7205C7D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16.961" v="53"/>
          <ac:spMkLst>
            <pc:docMk/>
            <pc:sldMk cId="4257539562" sldId="293"/>
            <ac:spMk id="7" creationId="{231B0A9E-9D56-4E53-36E2-DF86DB0A152F}"/>
          </ac:spMkLst>
        </pc:spChg>
        <pc:spChg chg="add mod">
          <ac:chgData name="PhamTuyetNgan Vo" userId="S::vop47519@hs-regensburg.de::6eafc975-32e2-4ed2-b112-6f0b1a0a725d" providerId="AD" clId="Web-{BA24D88F-507C-A15C-48A7-99D828E2FDA6}" dt="2025-06-15T13:20:14.440" v="230" actId="14100"/>
          <ac:spMkLst>
            <pc:docMk/>
            <pc:sldMk cId="4257539562" sldId="293"/>
            <ac:spMk id="8" creationId="{9AC4594C-E05E-91D7-A7AD-D2C2B7290824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09.742" v="47"/>
          <ac:spMkLst>
            <pc:docMk/>
            <pc:sldMk cId="4257539562" sldId="293"/>
            <ac:spMk id="8" creationId="{A23B4FAE-A05C-D5B7-9F8D-0E1166C38F75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1:53.741" v="37"/>
          <ac:spMkLst>
            <pc:docMk/>
            <pc:sldMk cId="4257539562" sldId="293"/>
            <ac:spMk id="9" creationId="{231B0A9E-9D56-4E53-36E2-DF86DB0A152F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10.945" v="49"/>
          <ac:spMkLst>
            <pc:docMk/>
            <pc:sldMk cId="4257539562" sldId="293"/>
            <ac:spMk id="10" creationId="{231B0A9E-9D56-4E53-36E2-DF86DB0A152F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1:59.492" v="39"/>
          <ac:spMkLst>
            <pc:docMk/>
            <pc:sldMk cId="4257539562" sldId="293"/>
            <ac:spMk id="11" creationId="{A23B4FAE-A05C-D5B7-9F8D-0E1166C38F75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21.446" v="55"/>
          <ac:spMkLst>
            <pc:docMk/>
            <pc:sldMk cId="4257539562" sldId="293"/>
            <ac:spMk id="12" creationId="{A23B4FAE-A05C-D5B7-9F8D-0E1166C38F75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25.651" v="65"/>
          <ac:spMkLst>
            <pc:docMk/>
            <pc:sldMk cId="4257539562" sldId="293"/>
            <ac:spMk id="13" creationId="{9700757A-54CC-0137-D2DF-6DAF5F41888B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04.010" v="60"/>
          <ac:spMkLst>
            <pc:docMk/>
            <pc:sldMk cId="4257539562" sldId="293"/>
            <ac:spMk id="14" creationId="{8EEEACA6-9E29-A97D-05CC-D59B4A539DED}"/>
          </ac:spMkLst>
        </pc:spChg>
        <pc:spChg chg="add del">
          <ac:chgData name="PhamTuyetNgan Vo" userId="S::vop47519@hs-regensburg.de::6eafc975-32e2-4ed2-b112-6f0b1a0a725d" providerId="AD" clId="Web-{BA24D88F-507C-A15C-48A7-99D828E2FDA6}" dt="2025-06-15T11:53:27.433" v="67"/>
          <ac:spMkLst>
            <pc:docMk/>
            <pc:sldMk cId="4257539562" sldId="293"/>
            <ac:spMk id="15" creationId="{C3E03DD0-C801-1D5E-4676-4D2BDFC27022}"/>
          </ac:spMkLst>
        </pc:spChg>
        <pc:spChg chg="add mod">
          <ac:chgData name="PhamTuyetNgan Vo" userId="S::vop47519@hs-regensburg.de::6eafc975-32e2-4ed2-b112-6f0b1a0a725d" providerId="AD" clId="Web-{BA24D88F-507C-A15C-48A7-99D828E2FDA6}" dt="2025-06-15T12:05:56.088" v="98" actId="20577"/>
          <ac:spMkLst>
            <pc:docMk/>
            <pc:sldMk cId="4257539562" sldId="293"/>
            <ac:spMk id="16" creationId="{08B88EB7-32D5-52FF-9206-9FFE5839A196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31.761" v="69"/>
          <ac:spMkLst>
            <pc:docMk/>
            <pc:sldMk cId="4257539562" sldId="293"/>
            <ac:spMk id="17" creationId="{7F87D422-D184-21C3-E38D-C4BEF3D1D888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38.152" v="71"/>
          <ac:spMkLst>
            <pc:docMk/>
            <pc:sldMk cId="4257539562" sldId="293"/>
            <ac:spMk id="19" creationId="{26FC66AC-1A09-0DE4-DF3A-8957C2B409CC}"/>
          </ac:spMkLst>
        </pc:spChg>
        <pc:picChg chg="add del mod">
          <ac:chgData name="PhamTuyetNgan Vo" userId="S::vop47519@hs-regensburg.de::6eafc975-32e2-4ed2-b112-6f0b1a0a725d" providerId="AD" clId="Web-{BA24D88F-507C-A15C-48A7-99D828E2FDA6}" dt="2025-06-15T11:52:51.290" v="58"/>
          <ac:picMkLst>
            <pc:docMk/>
            <pc:sldMk cId="4257539562" sldId="293"/>
            <ac:picMk id="4" creationId="{3CE2CB6E-40D4-D8B7-3891-B6B760C35EF6}"/>
          </ac:picMkLst>
        </pc:picChg>
        <pc:picChg chg="add mod">
          <ac:chgData name="PhamTuyetNgan Vo" userId="S::vop47519@hs-regensburg.de::6eafc975-32e2-4ed2-b112-6f0b1a0a725d" providerId="AD" clId="Web-{BA24D88F-507C-A15C-48A7-99D828E2FDA6}" dt="2025-06-15T13:13:38.662" v="206"/>
          <ac:picMkLst>
            <pc:docMk/>
            <pc:sldMk cId="4257539562" sldId="293"/>
            <ac:picMk id="4" creationId="{DCC50CD8-0000-B0C8-2C34-276AD2B32646}"/>
          </ac:picMkLst>
        </pc:picChg>
        <pc:picChg chg="add del mod">
          <ac:chgData name="PhamTuyetNgan Vo" userId="S::vop47519@hs-regensburg.de::6eafc975-32e2-4ed2-b112-6f0b1a0a725d" providerId="AD" clId="Web-{BA24D88F-507C-A15C-48A7-99D828E2FDA6}" dt="2025-06-15T12:30:53.723" v="103"/>
          <ac:picMkLst>
            <pc:docMk/>
            <pc:sldMk cId="4257539562" sldId="293"/>
            <ac:picMk id="5" creationId="{849786C1-98F4-6721-8060-80C085540193}"/>
          </ac:picMkLst>
        </pc:picChg>
        <pc:picChg chg="add del mod">
          <ac:chgData name="PhamTuyetNgan Vo" userId="S::vop47519@hs-regensburg.de::6eafc975-32e2-4ed2-b112-6f0b1a0a725d" providerId="AD" clId="Web-{BA24D88F-507C-A15C-48A7-99D828E2FDA6}" dt="2025-06-15T12:45:13.781" v="174"/>
          <ac:picMkLst>
            <pc:docMk/>
            <pc:sldMk cId="4257539562" sldId="293"/>
            <ac:picMk id="7" creationId="{DF6337FE-3F02-CCBA-E8CD-7BE3BEFBE209}"/>
          </ac:picMkLst>
        </pc:picChg>
      </pc:sldChg>
    </pc:docChg>
  </pc:docChgLst>
  <pc:docChgLst>
    <pc:chgData name="Ines Wodarz" userId="S::woi45919@hs-regensburg.de::eea25bdb-c1ac-4bff-a043-0a6432052995" providerId="AD" clId="Web-{EA753F1B-9E36-090F-05F5-15CE4B723F3D}"/>
    <pc:docChg chg="addSld modSld modSection">
      <pc:chgData name="Ines Wodarz" userId="S::woi45919@hs-regensburg.de::eea25bdb-c1ac-4bff-a043-0a6432052995" providerId="AD" clId="Web-{EA753F1B-9E36-090F-05F5-15CE4B723F3D}" dt="2025-06-15T18:05:07.602" v="258" actId="1076"/>
      <pc:docMkLst>
        <pc:docMk/>
      </pc:docMkLst>
      <pc:sldChg chg="modSp">
        <pc:chgData name="Ines Wodarz" userId="S::woi45919@hs-regensburg.de::eea25bdb-c1ac-4bff-a043-0a6432052995" providerId="AD" clId="Web-{EA753F1B-9E36-090F-05F5-15CE4B723F3D}" dt="2025-06-15T18:04:47.679" v="256" actId="14100"/>
        <pc:sldMkLst>
          <pc:docMk/>
          <pc:sldMk cId="3447179358" sldId="261"/>
        </pc:sldMkLst>
        <pc:spChg chg="mod">
          <ac:chgData name="Ines Wodarz" userId="S::woi45919@hs-regensburg.de::eea25bdb-c1ac-4bff-a043-0a6432052995" providerId="AD" clId="Web-{EA753F1B-9E36-090F-05F5-15CE4B723F3D}" dt="2025-06-15T18:04:47.679" v="256" actId="14100"/>
          <ac:spMkLst>
            <pc:docMk/>
            <pc:sldMk cId="3447179358" sldId="261"/>
            <ac:spMk id="2" creationId="{3357321C-E625-FA1B-71F5-50D77A7654D1}"/>
          </ac:spMkLst>
        </pc:spChg>
      </pc:sldChg>
      <pc:sldChg chg="modSp">
        <pc:chgData name="Ines Wodarz" userId="S::woi45919@hs-regensburg.de::eea25bdb-c1ac-4bff-a043-0a6432052995" providerId="AD" clId="Web-{EA753F1B-9E36-090F-05F5-15CE4B723F3D}" dt="2025-06-15T18:05:07.602" v="258" actId="1076"/>
        <pc:sldMkLst>
          <pc:docMk/>
          <pc:sldMk cId="800126668" sldId="267"/>
        </pc:sldMkLst>
        <pc:spChg chg="mod">
          <ac:chgData name="Ines Wodarz" userId="S::woi45919@hs-regensburg.de::eea25bdb-c1ac-4bff-a043-0a6432052995" providerId="AD" clId="Web-{EA753F1B-9E36-090F-05F5-15CE4B723F3D}" dt="2025-06-15T18:05:07.602" v="258" actId="1076"/>
          <ac:spMkLst>
            <pc:docMk/>
            <pc:sldMk cId="800126668" sldId="267"/>
            <ac:spMk id="2" creationId="{00000000-0000-0000-0000-000000000000}"/>
          </ac:spMkLst>
        </pc:spChg>
      </pc:sldChg>
      <pc:sldChg chg="addSp delSp modSp add">
        <pc:chgData name="Ines Wodarz" userId="S::woi45919@hs-regensburg.de::eea25bdb-c1ac-4bff-a043-0a6432052995" providerId="AD" clId="Web-{EA753F1B-9E36-090F-05F5-15CE4B723F3D}" dt="2025-06-15T17:53:52.623" v="239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EA753F1B-9E36-090F-05F5-15CE4B723F3D}" dt="2025-06-15T17:27:39.058" v="75" actId="20577"/>
          <ac:spMkLst>
            <pc:docMk/>
            <pc:sldMk cId="912317529" sldId="271"/>
            <ac:spMk id="3" creationId="{00000000-0000-0000-0000-000000000000}"/>
          </ac:spMkLst>
        </pc:spChg>
        <pc:spChg chg="add del">
          <ac:chgData name="Ines Wodarz" userId="S::woi45919@hs-regensburg.de::eea25bdb-c1ac-4bff-a043-0a6432052995" providerId="AD" clId="Web-{EA753F1B-9E36-090F-05F5-15CE4B723F3D}" dt="2025-06-15T17:38:25.401" v="160"/>
          <ac:spMkLst>
            <pc:docMk/>
            <pc:sldMk cId="912317529" sldId="271"/>
            <ac:spMk id="7" creationId="{5893FCE4-8770-5246-289F-D6B1EE18D80A}"/>
          </ac:spMkLst>
        </pc:spChg>
        <pc:picChg chg="mod">
          <ac:chgData name="Ines Wodarz" userId="S::woi45919@hs-regensburg.de::eea25bdb-c1ac-4bff-a043-0a6432052995" providerId="AD" clId="Web-{EA753F1B-9E36-090F-05F5-15CE4B723F3D}" dt="2025-06-15T17:53:43.732" v="237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3:52.623" v="239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3:48.092" v="238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delSp modSp">
        <pc:chgData name="Ines Wodarz" userId="S::woi45919@hs-regensburg.de::eea25bdb-c1ac-4bff-a043-0a6432052995" providerId="AD" clId="Web-{EA753F1B-9E36-090F-05F5-15CE4B723F3D}" dt="2025-06-15T17:59:43.839" v="253" actId="1076"/>
        <pc:sldMkLst>
          <pc:docMk/>
          <pc:sldMk cId="739728293" sldId="277"/>
        </pc:sldMkLst>
        <pc:spChg chg="mod">
          <ac:chgData name="Ines Wodarz" userId="S::woi45919@hs-regensburg.de::eea25bdb-c1ac-4bff-a043-0a6432052995" providerId="AD" clId="Web-{EA753F1B-9E36-090F-05F5-15CE4B723F3D}" dt="2025-06-15T17:43:04.256" v="165" actId="1076"/>
          <ac:spMkLst>
            <pc:docMk/>
            <pc:sldMk cId="739728293" sldId="277"/>
            <ac:spMk id="7" creationId="{7D97D492-A22A-28EF-828F-658442134565}"/>
          </ac:spMkLst>
        </pc:spChg>
        <pc:picChg chg="add mod">
          <ac:chgData name="Ines Wodarz" userId="S::woi45919@hs-regensburg.de::eea25bdb-c1ac-4bff-a043-0a6432052995" providerId="AD" clId="Web-{EA753F1B-9E36-090F-05F5-15CE4B723F3D}" dt="2025-06-15T17:59:43.839" v="253" actId="1076"/>
          <ac:picMkLst>
            <pc:docMk/>
            <pc:sldMk cId="739728293" sldId="277"/>
            <ac:picMk id="2" creationId="{0427757F-A949-1AD8-0685-1909E88ED030}"/>
          </ac:picMkLst>
        </pc:picChg>
        <pc:picChg chg="add mod">
          <ac:chgData name="Ines Wodarz" userId="S::woi45919@hs-regensburg.de::eea25bdb-c1ac-4bff-a043-0a6432052995" providerId="AD" clId="Web-{EA753F1B-9E36-090F-05F5-15CE4B723F3D}" dt="2025-06-15T17:57:49.257" v="247" actId="1076"/>
          <ac:picMkLst>
            <pc:docMk/>
            <pc:sldMk cId="739728293" sldId="277"/>
            <ac:picMk id="4" creationId="{5FA4D72E-9D90-2C5A-5337-DF0677D40F27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9:25.776" v="251" actId="1076"/>
          <ac:picMkLst>
            <pc:docMk/>
            <pc:sldMk cId="739728293" sldId="277"/>
            <ac:picMk id="9" creationId="{0A891EDF-A2A2-31B5-8CC4-2639D5434DE1}"/>
          </ac:picMkLst>
        </pc:picChg>
        <pc:picChg chg="del mod">
          <ac:chgData name="Ines Wodarz" userId="S::woi45919@hs-regensburg.de::eea25bdb-c1ac-4bff-a043-0a6432052995" providerId="AD" clId="Web-{EA753F1B-9E36-090F-05F5-15CE4B723F3D}" dt="2025-06-15T17:51:19.540" v="20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9:42.198" v="252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9:23.088" v="250" actId="1076"/>
          <ac:picMkLst>
            <pc:docMk/>
            <pc:sldMk cId="739728293" sldId="277"/>
            <ac:picMk id="16" creationId="{3F378E44-7D76-EE3B-3835-39E9053C867F}"/>
          </ac:picMkLst>
        </pc:picChg>
        <pc:picChg chg="del mod">
          <ac:chgData name="Ines Wodarz" userId="S::woi45919@hs-regensburg.de::eea25bdb-c1ac-4bff-a043-0a6432052995" providerId="AD" clId="Web-{EA753F1B-9E36-090F-05F5-15CE4B723F3D}" dt="2025-06-15T17:51:34.868" v="213"/>
          <ac:picMkLst>
            <pc:docMk/>
            <pc:sldMk cId="739728293" sldId="277"/>
            <ac:picMk id="18" creationId="{E91D9621-DF11-5D71-4375-C6CF019F3C9E}"/>
          </ac:picMkLst>
        </pc:picChg>
      </pc:sldChg>
    </pc:docChg>
  </pc:docChgLst>
  <pc:docChgLst>
    <pc:chgData name="Ines Wodarz" userId="S::woi45919@hs-regensburg.de::eea25bdb-c1ac-4bff-a043-0a6432052995" providerId="AD" clId="Web-{41667B87-4E83-0B1F-C830-641A91746B81}"/>
    <pc:docChg chg="modSld sldOrd">
      <pc:chgData name="Ines Wodarz" userId="S::woi45919@hs-regensburg.de::eea25bdb-c1ac-4bff-a043-0a6432052995" providerId="AD" clId="Web-{41667B87-4E83-0B1F-C830-641A91746B81}" dt="2025-06-11T18:22:58.814" v="22"/>
      <pc:docMkLst>
        <pc:docMk/>
      </pc:docMkLst>
      <pc:sldChg chg="ord">
        <pc:chgData name="Ines Wodarz" userId="S::woi45919@hs-regensburg.de::eea25bdb-c1ac-4bff-a043-0a6432052995" providerId="AD" clId="Web-{41667B87-4E83-0B1F-C830-641A91746B81}" dt="2025-06-11T18:18:59.641" v="21"/>
        <pc:sldMkLst>
          <pc:docMk/>
          <pc:sldMk cId="3830050188" sldId="260"/>
        </pc:sldMkLst>
      </pc:sldChg>
      <pc:sldChg chg="modSp">
        <pc:chgData name="Ines Wodarz" userId="S::woi45919@hs-regensburg.de::eea25bdb-c1ac-4bff-a043-0a6432052995" providerId="AD" clId="Web-{41667B87-4E83-0B1F-C830-641A91746B81}" dt="2025-06-11T18:15:17.219" v="20" actId="20577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41667B87-4E83-0B1F-C830-641A91746B81}" dt="2025-06-11T18:15:17.219" v="20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41667B87-4E83-0B1F-C830-641A91746B81}" dt="2025-06-11T18:13:40.368" v="18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ord">
        <pc:chgData name="Ines Wodarz" userId="S::woi45919@hs-regensburg.de::eea25bdb-c1ac-4bff-a043-0a6432052995" providerId="AD" clId="Web-{41667B87-4E83-0B1F-C830-641A91746B81}" dt="2025-06-11T18:22:58.814" v="22"/>
        <pc:sldMkLst>
          <pc:docMk/>
          <pc:sldMk cId="349166377" sldId="275"/>
        </pc:sldMkLst>
      </pc:sldChg>
    </pc:docChg>
  </pc:docChgLst>
  <pc:docChgLst>
    <pc:chgData name="PhamTuyetNgan Vo" userId="S::vop47519@hs-regensburg.de::6eafc975-32e2-4ed2-b112-6f0b1a0a725d" providerId="AD" clId="Web-{3F51B650-AB49-F76D-6637-2253D0EF7324}"/>
    <pc:docChg chg="delSld modSld modSection">
      <pc:chgData name="PhamTuyetNgan Vo" userId="S::vop47519@hs-regensburg.de::6eafc975-32e2-4ed2-b112-6f0b1a0a725d" providerId="AD" clId="Web-{3F51B650-AB49-F76D-6637-2253D0EF7324}" dt="2025-06-13T22:34:27.354" v="27" actId="20577"/>
      <pc:docMkLst>
        <pc:docMk/>
      </pc:docMkLst>
      <pc:sldChg chg="delSp">
        <pc:chgData name="PhamTuyetNgan Vo" userId="S::vop47519@hs-regensburg.de::6eafc975-32e2-4ed2-b112-6f0b1a0a725d" providerId="AD" clId="Web-{3F51B650-AB49-F76D-6637-2253D0EF7324}" dt="2025-06-13T21:14:09.474" v="2"/>
        <pc:sldMkLst>
          <pc:docMk/>
          <pc:sldMk cId="2166999962" sldId="287"/>
        </pc:sldMkLst>
        <pc:graphicFrameChg chg="del">
          <ac:chgData name="PhamTuyetNgan Vo" userId="S::vop47519@hs-regensburg.de::6eafc975-32e2-4ed2-b112-6f0b1a0a725d" providerId="AD" clId="Web-{3F51B650-AB49-F76D-6637-2253D0EF7324}" dt="2025-06-13T21:14:09.474" v="2"/>
          <ac:graphicFrameMkLst>
            <pc:docMk/>
            <pc:sldMk cId="2166999962" sldId="287"/>
            <ac:graphicFrameMk id="4" creationId="{BF02EB6D-3781-9F70-B48C-C97C1DB053DB}"/>
          </ac:graphicFrameMkLst>
        </pc:graphicFrameChg>
      </pc:sldChg>
      <pc:sldChg chg="del">
        <pc:chgData name="PhamTuyetNgan Vo" userId="S::vop47519@hs-regensburg.de::6eafc975-32e2-4ed2-b112-6f0b1a0a725d" providerId="AD" clId="Web-{3F51B650-AB49-F76D-6637-2253D0EF7324}" dt="2025-06-13T21:12:17.627" v="0"/>
        <pc:sldMkLst>
          <pc:docMk/>
          <pc:sldMk cId="1178718836" sldId="290"/>
        </pc:sldMkLst>
      </pc:sldChg>
      <pc:sldChg chg="addSp delSp modSp">
        <pc:chgData name="PhamTuyetNgan Vo" userId="S::vop47519@hs-regensburg.de::6eafc975-32e2-4ed2-b112-6f0b1a0a725d" providerId="AD" clId="Web-{3F51B650-AB49-F76D-6637-2253D0EF7324}" dt="2025-06-13T22:34:27.354" v="27" actId="20577"/>
        <pc:sldMkLst>
          <pc:docMk/>
          <pc:sldMk cId="1661072374" sldId="291"/>
        </pc:sldMkLst>
        <pc:graphicFrameChg chg="mod modGraphic">
          <ac:chgData name="PhamTuyetNgan Vo" userId="S::vop47519@hs-regensburg.de::6eafc975-32e2-4ed2-b112-6f0b1a0a725d" providerId="AD" clId="Web-{3F51B650-AB49-F76D-6637-2253D0EF7324}" dt="2025-06-13T22:34:27.354" v="27" actId="20577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graphicFrameChg chg="del mod">
          <ac:chgData name="PhamTuyetNgan Vo" userId="S::vop47519@hs-regensburg.de::6eafc975-32e2-4ed2-b112-6f0b1a0a725d" providerId="AD" clId="Web-{3F51B650-AB49-F76D-6637-2253D0EF7324}" dt="2025-06-13T21:20:57.458" v="7"/>
          <ac:graphicFrameMkLst>
            <pc:docMk/>
            <pc:sldMk cId="1661072374" sldId="291"/>
            <ac:graphicFrameMk id="704" creationId="{E6EECF31-AD3A-19AD-83DE-7C8812DDDD9A}"/>
          </ac:graphicFrameMkLst>
        </pc:graphicFrameChg>
        <pc:picChg chg="add mod">
          <ac:chgData name="PhamTuyetNgan Vo" userId="S::vop47519@hs-regensburg.de::6eafc975-32e2-4ed2-b112-6f0b1a0a725d" providerId="AD" clId="Web-{3F51B650-AB49-F76D-6637-2253D0EF7324}" dt="2025-06-13T21:25:01.154" v="10" actId="1076"/>
          <ac:picMkLst>
            <pc:docMk/>
            <pc:sldMk cId="1661072374" sldId="291"/>
            <ac:picMk id="709" creationId="{13ABE225-76D2-7B8F-97C1-10FC5F8F3E0F}"/>
          </ac:picMkLst>
        </pc:picChg>
      </pc:sldChg>
    </pc:docChg>
  </pc:docChgLst>
  <pc:docChgLst>
    <pc:chgData name="PhamTuyetNgan Vo" userId="S::vop47519@hs-regensburg.de::6eafc975-32e2-4ed2-b112-6f0b1a0a725d" providerId="AD" clId="Web-{31B23A65-11C0-AF14-55BF-054FE73F9135}"/>
    <pc:docChg chg="addSld modSld sldOrd modSection">
      <pc:chgData name="PhamTuyetNgan Vo" userId="S::vop47519@hs-regensburg.de::6eafc975-32e2-4ed2-b112-6f0b1a0a725d" providerId="AD" clId="Web-{31B23A65-11C0-AF14-55BF-054FE73F9135}" dt="2025-06-12T19:10:48.431" v="291"/>
      <pc:docMkLst>
        <pc:docMk/>
      </pc:docMkLst>
      <pc:sldChg chg="addSp modSp ord">
        <pc:chgData name="PhamTuyetNgan Vo" userId="S::vop47519@hs-regensburg.de::6eafc975-32e2-4ed2-b112-6f0b1a0a725d" providerId="AD" clId="Web-{31B23A65-11C0-AF14-55BF-054FE73F9135}" dt="2025-06-12T19:10:48.431" v="291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31B23A65-11C0-AF14-55BF-054FE73F9135}" dt="2025-06-12T14:32:32.161" v="181" actId="1076"/>
          <ac:spMkLst>
            <pc:docMk/>
            <pc:sldMk cId="2166999962" sldId="287"/>
            <ac:spMk id="5" creationId="{28D35578-5B11-CA01-F659-F2B96792D269}"/>
          </ac:spMkLst>
        </pc:spChg>
        <pc:graphicFrameChg chg="add mod modGraphic">
          <ac:chgData name="PhamTuyetNgan Vo" userId="S::vop47519@hs-regensburg.de::6eafc975-32e2-4ed2-b112-6f0b1a0a725d" providerId="AD" clId="Web-{31B23A65-11C0-AF14-55BF-054FE73F9135}" dt="2025-06-12T15:58:17.616" v="277" actId="1076"/>
          <ac:graphicFrameMkLst>
            <pc:docMk/>
            <pc:sldMk cId="2166999962" sldId="287"/>
            <ac:graphicFrameMk id="4" creationId="{BF02EB6D-3781-9F70-B48C-C97C1DB053DB}"/>
          </ac:graphicFrameMkLst>
        </pc:graphicFrameChg>
        <pc:picChg chg="mod">
          <ac:chgData name="PhamTuyetNgan Vo" userId="S::vop47519@hs-regensburg.de::6eafc975-32e2-4ed2-b112-6f0b1a0a725d" providerId="AD" clId="Web-{31B23A65-11C0-AF14-55BF-054FE73F9135}" dt="2025-06-12T16:00:40.809" v="281" actId="14100"/>
          <ac:picMkLst>
            <pc:docMk/>
            <pc:sldMk cId="2166999962" sldId="287"/>
            <ac:picMk id="6" creationId="{C2105099-99D3-B618-568B-24222830E3C5}"/>
          </ac:picMkLst>
        </pc:picChg>
        <pc:picChg chg="add mod">
          <ac:chgData name="PhamTuyetNgan Vo" userId="S::vop47519@hs-regensburg.de::6eafc975-32e2-4ed2-b112-6f0b1a0a725d" providerId="AD" clId="Web-{31B23A65-11C0-AF14-55BF-054FE73F9135}" dt="2025-06-12T15:59:16.696" v="280"/>
          <ac:picMkLst>
            <pc:docMk/>
            <pc:sldMk cId="2166999962" sldId="287"/>
            <ac:picMk id="619" creationId="{445C6447-7D1A-40ED-F9A3-F52F94784194}"/>
          </ac:picMkLst>
        </pc:picChg>
      </pc:sldChg>
      <pc:sldChg chg="addSp modSp">
        <pc:chgData name="PhamTuyetNgan Vo" userId="S::vop47519@hs-regensburg.de::6eafc975-32e2-4ed2-b112-6f0b1a0a725d" providerId="AD" clId="Web-{31B23A65-11C0-AF14-55BF-054FE73F9135}" dt="2025-06-12T15:05:30.392" v="203" actId="1076"/>
        <pc:sldMkLst>
          <pc:docMk/>
          <pc:sldMk cId="1178718836" sldId="290"/>
        </pc:sldMkLst>
        <pc:graphicFrameChg chg="add mod modGraphic">
          <ac:chgData name="PhamTuyetNgan Vo" userId="S::vop47519@hs-regensburg.de::6eafc975-32e2-4ed2-b112-6f0b1a0a725d" providerId="AD" clId="Web-{31B23A65-11C0-AF14-55BF-054FE73F9135}" dt="2025-06-12T15:05:30.392" v="203" actId="1076"/>
          <ac:graphicFrameMkLst>
            <pc:docMk/>
            <pc:sldMk cId="1178718836" sldId="290"/>
            <ac:graphicFrameMk id="4" creationId="{20AB45BC-1768-092B-53BB-2B41584F932F}"/>
          </ac:graphicFrameMkLst>
        </pc:graphicFrameChg>
      </pc:sldChg>
      <pc:sldChg chg="addSp delSp modSp new ord">
        <pc:chgData name="PhamTuyetNgan Vo" userId="S::vop47519@hs-regensburg.de::6eafc975-32e2-4ed2-b112-6f0b1a0a725d" providerId="AD" clId="Web-{31B23A65-11C0-AF14-55BF-054FE73F9135}" dt="2025-06-12T19:10:41.384" v="290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31B23A65-11C0-AF14-55BF-054FE73F9135}" dt="2025-06-12T15:48:31.608" v="246" actId="1076"/>
          <ac:spMkLst>
            <pc:docMk/>
            <pc:sldMk cId="1661072374" sldId="291"/>
            <ac:spMk id="2" creationId="{9A17FE64-F2E6-4CAD-0F39-62483460C158}"/>
          </ac:spMkLst>
        </pc:spChg>
        <pc:graphicFrameChg chg="add del mod modGraphic">
          <ac:chgData name="PhamTuyetNgan Vo" userId="S::vop47519@hs-regensburg.de::6eafc975-32e2-4ed2-b112-6f0b1a0a725d" providerId="AD" clId="Web-{31B23A65-11C0-AF14-55BF-054FE73F9135}" dt="2025-06-12T19:10:41.384" v="290" actId="1076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graphicFrameChg chg="add mod modGraphic">
          <ac:chgData name="PhamTuyetNgan Vo" userId="S::vop47519@hs-regensburg.de::6eafc975-32e2-4ed2-b112-6f0b1a0a725d" providerId="AD" clId="Web-{31B23A65-11C0-AF14-55BF-054FE73F9135}" dt="2025-06-12T16:02:27.641" v="289" actId="1076"/>
          <ac:graphicFrameMkLst>
            <pc:docMk/>
            <pc:sldMk cId="1661072374" sldId="291"/>
            <ac:graphicFrameMk id="704" creationId="{E6EECF31-AD3A-19AD-83DE-7C8812DDDD9A}"/>
          </ac:graphicFrameMkLst>
        </pc:graphicFrameChg>
      </pc:sldChg>
    </pc:docChg>
  </pc:docChgLst>
  <pc:docChgLst>
    <pc:chgData clId="Web-{3B646C71-CC1C-EB04-C4E7-630B318B7A9A}"/>
    <pc:docChg chg="addSld">
      <pc:chgData name="" userId="" providerId="" clId="Web-{3B646C71-CC1C-EB04-C4E7-630B318B7A9A}" dt="2025-06-04T18:00:16.708" v="0"/>
      <pc:docMkLst>
        <pc:docMk/>
      </pc:docMkLst>
      <pc:sldChg chg="new">
        <pc:chgData name="" userId="" providerId="" clId="Web-{3B646C71-CC1C-EB04-C4E7-630B318B7A9A}" dt="2025-06-04T18:00:16.708" v="0"/>
        <pc:sldMkLst>
          <pc:docMk/>
          <pc:sldMk cId="3830050188" sldId="260"/>
        </pc:sldMkLst>
      </pc:sldChg>
    </pc:docChg>
  </pc:docChgLst>
  <pc:docChgLst>
    <pc:chgData name="Max Hubauer" userId="S::hum42185@hs-regensburg.de::4aa4017d-c21c-4067-a375-0aad29452a1b" providerId="AD" clId="Web-{3117B947-1723-ADEE-DD94-E15CF5A3F230}"/>
    <pc:docChg chg="addSld delSld modSld">
      <pc:chgData name="Max Hubauer" userId="S::hum42185@hs-regensburg.de::4aa4017d-c21c-4067-a375-0aad29452a1b" providerId="AD" clId="Web-{3117B947-1723-ADEE-DD94-E15CF5A3F230}" dt="2025-06-01T18:26:35.513" v="3"/>
      <pc:docMkLst>
        <pc:docMk/>
      </pc:docMkLst>
      <pc:sldChg chg="add del">
        <pc:chgData name="Max Hubauer" userId="S::hum42185@hs-regensburg.de::4aa4017d-c21c-4067-a375-0aad29452a1b" providerId="AD" clId="Web-{3117B947-1723-ADEE-DD94-E15CF5A3F230}" dt="2025-06-01T18:26:35.513" v="3"/>
        <pc:sldMkLst>
          <pc:docMk/>
          <pc:sldMk cId="0" sldId="257"/>
        </pc:sldMkLst>
      </pc:sldChg>
      <pc:sldChg chg="modSp">
        <pc:chgData name="Max Hubauer" userId="S::hum42185@hs-regensburg.de::4aa4017d-c21c-4067-a375-0aad29452a1b" providerId="AD" clId="Web-{3117B947-1723-ADEE-DD94-E15CF5A3F230}" dt="2025-06-01T18:20:01.809" v="1" actId="1076"/>
        <pc:sldMkLst>
          <pc:docMk/>
          <pc:sldMk cId="3839957984" sldId="258"/>
        </pc:sldMkLst>
        <pc:picChg chg="mod">
          <ac:chgData name="Max Hubauer" userId="S::hum42185@hs-regensburg.de::4aa4017d-c21c-4067-a375-0aad29452a1b" providerId="AD" clId="Web-{3117B947-1723-ADEE-DD94-E15CF5A3F230}" dt="2025-06-01T18:20:01.809" v="1" actId="1076"/>
          <ac:picMkLst>
            <pc:docMk/>
            <pc:sldMk cId="3839957984" sldId="258"/>
            <ac:picMk id="5" creationId="{2544F8DE-6157-17E5-C9B9-412E542FFFD1}"/>
          </ac:picMkLst>
        </pc:picChg>
      </pc:sldChg>
    </pc:docChg>
  </pc:docChgLst>
  <pc:docChgLst>
    <pc:chgData name="PhamTuyetNgan Vo" userId="S::vop47519@hs-regensburg.de::6eafc975-32e2-4ed2-b112-6f0b1a0a725d" providerId="AD" clId="Web-{603834CB-D11B-3DE5-F1B1-181D9289DB1B}"/>
    <pc:docChg chg="mod addSld delSld modSld addMainMaster delMainMaster modMainMaster modSection setSldSz">
      <pc:chgData name="PhamTuyetNgan Vo" userId="S::vop47519@hs-regensburg.de::6eafc975-32e2-4ed2-b112-6f0b1a0a725d" providerId="AD" clId="Web-{603834CB-D11B-3DE5-F1B1-181D9289DB1B}" dt="2025-06-10T00:10:46.373" v="1124" actId="1076"/>
      <pc:docMkLst>
        <pc:docMk/>
      </pc:docMkLst>
      <pc:sldChg chg="modSp mod modClrScheme chgLayout">
        <pc:chgData name="PhamTuyetNgan Vo" userId="S::vop47519@hs-regensburg.de::6eafc975-32e2-4ed2-b112-6f0b1a0a725d" providerId="AD" clId="Web-{603834CB-D11B-3DE5-F1B1-181D9289DB1B}" dt="2025-06-09T15:33:45.271" v="280" actId="1076"/>
        <pc:sldMkLst>
          <pc:docMk/>
          <pc:sldMk cId="0" sldId="256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0" sldId="256"/>
            <ac:spMk id="2" creationId="{5A3BD844-3727-E6C8-8902-983B738B5BFF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3:24.114" v="273" actId="1076"/>
          <ac:spMkLst>
            <pc:docMk/>
            <pc:sldMk cId="0" sldId="256"/>
            <ac:spMk id="3" creationId="{92CABE9E-7CFB-5887-7AA5-7A8E21AF157F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3:32.833" v="275" actId="1076"/>
          <ac:spMkLst>
            <pc:docMk/>
            <pc:sldMk cId="0" sldId="256"/>
            <ac:spMk id="6" creationId="{3AF3C1E9-DF30-3317-F9E5-A7E456C6A17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3:45.271" v="280" actId="1076"/>
          <ac:spMkLst>
            <pc:docMk/>
            <pc:sldMk cId="0" sldId="256"/>
            <ac:spMk id="10" creationId="{E17C3B7F-902C-16D6-4D7C-54CEE9C9E25E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42:14.774" v="385" actId="14100"/>
        <pc:sldMkLst>
          <pc:docMk/>
          <pc:sldMk cId="3839957984" sldId="258"/>
        </pc:sldMkLst>
        <pc:spChg chg="mod ord">
          <ac:chgData name="PhamTuyetNgan Vo" userId="S::vop47519@hs-regensburg.de::6eafc975-32e2-4ed2-b112-6f0b1a0a725d" providerId="AD" clId="Web-{603834CB-D11B-3DE5-F1B1-181D9289DB1B}" dt="2025-06-09T15:35:15.946" v="295" actId="14100"/>
          <ac:spMkLst>
            <pc:docMk/>
            <pc:sldMk cId="3839957984" sldId="258"/>
            <ac:spMk id="2" creationId="{51BFD748-CB37-49A0-C7D6-85B27C6EC92B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6:04.135" v="302" actId="1076"/>
          <ac:spMkLst>
            <pc:docMk/>
            <pc:sldMk cId="3839957984" sldId="258"/>
            <ac:spMk id="3" creationId="{521D5070-84E7-4DC6-1D87-9F484C1451A4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839957984" sldId="258"/>
            <ac:spMk id="4" creationId="{E51A3FC5-11CB-B7D4-3A17-3EAAA666A301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9:10.471" v="353" actId="1076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6:34.746" v="309" actId="1076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0:34.083" v="371" actId="1076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0:18.801" v="369" actId="1076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9:07.830" v="352" actId="1076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40:07.473" v="367" actId="14100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1:48.867" v="382" actId="107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2:03.446" v="384" actId="1076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9:23.627" v="358" actId="14100"/>
          <ac:picMkLst>
            <pc:docMk/>
            <pc:sldMk cId="3839957984" sldId="258"/>
            <ac:picMk id="19" creationId="{B5C06DAA-3250-A0BC-FD12-88C1DD02AD74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2:14.774" v="385" actId="14100"/>
          <ac:picMkLst>
            <pc:docMk/>
            <pc:sldMk cId="3839957984" sldId="258"/>
            <ac:picMk id="21" creationId="{0DBC3F24-25EB-3ED8-FF0C-C88491FB685F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1115697934" sldId="259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115697934" sldId="259"/>
            <ac:spMk id="2" creationId="{73A69C8D-2478-4A86-FDDF-0CB469D3BD42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21:36:33.725" v="949" actId="14100"/>
        <pc:sldMkLst>
          <pc:docMk/>
          <pc:sldMk cId="3830050188" sldId="260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830050188" sldId="260"/>
            <ac:spMk id="3" creationId="{29F55254-508D-ED0B-C3A2-5721C8B3F7F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1:36:23.115" v="947" actId="20577"/>
          <ac:spMkLst>
            <pc:docMk/>
            <pc:sldMk cId="3830050188" sldId="260"/>
            <ac:spMk id="8" creationId="{C65BBDCF-FCE0-6C5A-993C-5E6CD07A64E5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8:32.851" v="493" actId="1076"/>
          <ac:spMkLst>
            <pc:docMk/>
            <pc:sldMk cId="3830050188" sldId="260"/>
            <ac:spMk id="10" creationId="{7A46B177-FE5C-A8D2-B8FE-382CD8D979F2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20:47:12.841" v="821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0:46:56.778" v="820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36:33.725" v="949" actId="14100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36:28.740" v="948" actId="14100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1:23.795" v="534" actId="1076"/>
        <pc:sldMkLst>
          <pc:docMk/>
          <pc:sldMk cId="3447179358" sldId="261"/>
        </pc:sldMkLst>
        <pc:spChg chg="mod ord">
          <ac:chgData name="PhamTuyetNgan Vo" userId="S::vop47519@hs-regensburg.de::6eafc975-32e2-4ed2-b112-6f0b1a0a725d" providerId="AD" clId="Web-{603834CB-D11B-3DE5-F1B1-181D9289DB1B}" dt="2025-06-09T15:51:23.795" v="534" actId="1076"/>
          <ac:spMkLst>
            <pc:docMk/>
            <pc:sldMk cId="3447179358" sldId="261"/>
            <ac:spMk id="2" creationId="{3357321C-E625-FA1B-71F5-50D77A7654D1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447179358" sldId="261"/>
            <ac:spMk id="3" creationId="{DFD12EE9-1277-292F-068C-2C798FBC231F}"/>
          </ac:spMkLst>
        </pc:spChg>
      </pc:sldChg>
      <pc:sldChg chg="delSp modSp mod modClrScheme chgLayout">
        <pc:chgData name="PhamTuyetNgan Vo" userId="S::vop47519@hs-regensburg.de::6eafc975-32e2-4ed2-b112-6f0b1a0a725d" providerId="AD" clId="Web-{603834CB-D11B-3DE5-F1B1-181D9289DB1B}" dt="2025-06-09T20:40:59.796" v="754"/>
        <pc:sldMkLst>
          <pc:docMk/>
          <pc:sldMk cId="2323146913" sldId="262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323146913" sldId="262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323146913" sldId="262"/>
            <ac:spMk id="20" creationId="{42B52977-3214-C33A-1BB4-47006A7BC846}"/>
          </ac:spMkLst>
        </pc:spChg>
        <pc:spChg chg="del">
          <ac:chgData name="PhamTuyetNgan Vo" userId="S::vop47519@hs-regensburg.de::6eafc975-32e2-4ed2-b112-6f0b1a0a725d" providerId="AD" clId="Web-{603834CB-D11B-3DE5-F1B1-181D9289DB1B}" dt="2025-06-09T20:40:59.796" v="754"/>
          <ac:spMkLst>
            <pc:docMk/>
            <pc:sldMk cId="2323146913" sldId="262"/>
            <ac:spMk id="27" creationId="{44459B51-1DE7-709E-3A52-90C725874626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31:24.938" v="248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2:37.563" v="544" actId="14100"/>
        <pc:sldMkLst>
          <pc:docMk/>
          <pc:sldMk cId="3240572229" sldId="264"/>
        </pc:sldMkLst>
        <pc:spChg chg="mod ord">
          <ac:chgData name="PhamTuyetNgan Vo" userId="S::vop47519@hs-regensburg.de::6eafc975-32e2-4ed2-b112-6f0b1a0a725d" providerId="AD" clId="Web-{603834CB-D11B-3DE5-F1B1-181D9289DB1B}" dt="2025-06-09T15:52:15.375" v="541" actId="1076"/>
          <ac:spMkLst>
            <pc:docMk/>
            <pc:sldMk cId="3240572229" sldId="264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240572229" sldId="264"/>
            <ac:spMk id="10" creationId="{17D06B69-B25A-6832-AEAE-EFFA2563B5D9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52:37.563" v="544" actId="14100"/>
          <ac:graphicFrameMkLst>
            <pc:docMk/>
            <pc:sldMk cId="3240572229" sldId="264"/>
            <ac:graphicFrameMk id="5" creationId="{8D4E8436-791E-8418-9CD6-50C1904EBAE2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301464842" sldId="265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2" creationId="{8A46774F-2C56-A4F1-997C-023DB8362344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3" creationId="{102795B0-91C1-86C5-1D8A-7B5ED85B8FC8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4" creationId="{C9CEC89B-B762-C9F5-99C2-315246B31034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6" creationId="{B603CDF7-806F-0DC3-4F40-82EECB1A08E1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4040134969" sldId="266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2" creationId="{BAECD24A-C0D8-7BA9-BFBC-7A951F28B34E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3" creationId="{A0C2565E-BABA-413D-EC41-E2E1AE6F148C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4" creationId="{AA683019-8E47-B645-1BA4-F1586ABE1A86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6" creationId="{F8A2216B-90A2-B9C6-0196-304EF6AA5183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3:43.628" v="555" actId="1076"/>
        <pc:sldMkLst>
          <pc:docMk/>
          <pc:sldMk cId="800126668" sldId="267"/>
        </pc:sldMkLst>
        <pc:spChg chg="mod ord">
          <ac:chgData name="PhamTuyetNgan Vo" userId="S::vop47519@hs-regensburg.de::6eafc975-32e2-4ed2-b112-6f0b1a0a725d" providerId="AD" clId="Web-{603834CB-D11B-3DE5-F1B1-181D9289DB1B}" dt="2025-06-09T15:53:09.018" v="547" actId="1076"/>
          <ac:spMkLst>
            <pc:docMk/>
            <pc:sldMk cId="800126668" sldId="267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0126668" sldId="267"/>
            <ac:spMk id="20" creationId="{2E0DA8BA-0860-39BB-799E-EBA72F0D8E92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53:43.628" v="555" actId="1076"/>
          <ac:graphicFrameMkLst>
            <pc:docMk/>
            <pc:sldMk cId="800126668" sldId="267"/>
            <ac:graphicFrameMk id="17" creationId="{0849B400-3F90-97A7-AB3E-ACCF3415A452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4:40.130" v="563" actId="1076"/>
        <pc:sldMkLst>
          <pc:docMk/>
          <pc:sldMk cId="180089971" sldId="269"/>
        </pc:sldMkLst>
        <pc:spChg chg="mod ord">
          <ac:chgData name="PhamTuyetNgan Vo" userId="S::vop47519@hs-regensburg.de::6eafc975-32e2-4ed2-b112-6f0b1a0a725d" providerId="AD" clId="Web-{603834CB-D11B-3DE5-F1B1-181D9289DB1B}" dt="2025-06-09T15:54:40.130" v="563" actId="1076"/>
          <ac:spMkLst>
            <pc:docMk/>
            <pc:sldMk cId="180089971" sldId="269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80089971" sldId="269"/>
            <ac:spMk id="9" creationId="{E4CABE71-32B5-E3A7-9E59-7CF9264B19BB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54:28.818" v="562" actId="14100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44:50.296" v="436" actId="1076"/>
        <pc:sldMkLst>
          <pc:docMk/>
          <pc:sldMk cId="912317529" sldId="271"/>
        </pc:sldMkLst>
        <pc:spChg chg="mod ord">
          <ac:chgData name="PhamTuyetNgan Vo" userId="S::vop47519@hs-regensburg.de::6eafc975-32e2-4ed2-b112-6f0b1a0a725d" providerId="AD" clId="Web-{603834CB-D11B-3DE5-F1B1-181D9289DB1B}" dt="2025-06-09T15:42:42.932" v="390" actId="1076"/>
          <ac:spMkLst>
            <pc:docMk/>
            <pc:sldMk cId="912317529" sldId="271"/>
            <ac:spMk id="2" creationId="{00000000-0000-0000-0000-00000000000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3:58.528" v="419" actId="20577"/>
          <ac:spMkLst>
            <pc:docMk/>
            <pc:sldMk cId="912317529" sldId="271"/>
            <ac:spMk id="3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912317529" sldId="271"/>
            <ac:spMk id="7" creationId="{454E62E9-7983-3859-2D2F-1C131FB3807B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44:35.311" v="430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4:44.108" v="434" actId="1076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4:50.296" v="436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delSp modSp mod modClrScheme chgLayout">
        <pc:chgData name="PhamTuyetNgan Vo" userId="S::vop47519@hs-regensburg.de::6eafc975-32e2-4ed2-b112-6f0b1a0a725d" providerId="AD" clId="Web-{603834CB-D11B-3DE5-F1B1-181D9289DB1B}" dt="2025-06-09T21:37:31.883" v="961" actId="20577"/>
        <pc:sldMkLst>
          <pc:docMk/>
          <pc:sldMk cId="662180798" sldId="273"/>
        </pc:sldMkLst>
        <pc:spChg chg="add del mod">
          <ac:chgData name="PhamTuyetNgan Vo" userId="S::vop47519@hs-regensburg.de::6eafc975-32e2-4ed2-b112-6f0b1a0a725d" providerId="AD" clId="Web-{603834CB-D11B-3DE5-F1B1-181D9289DB1B}" dt="2025-06-09T20:40:34.561" v="749"/>
          <ac:spMkLst>
            <pc:docMk/>
            <pc:sldMk cId="662180798" sldId="273"/>
            <ac:spMk id="2" creationId="{8ADC92EE-BBEC-8CD7-C7AC-6A7947EEB70B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662180798" sldId="273"/>
            <ac:spMk id="3" creationId="{C60A6208-997B-A9E3-F479-0FEA89195E6F}"/>
          </ac:spMkLst>
        </pc:spChg>
        <pc:spChg chg="add del mod">
          <ac:chgData name="PhamTuyetNgan Vo" userId="S::vop47519@hs-regensburg.de::6eafc975-32e2-4ed2-b112-6f0b1a0a725d" providerId="AD" clId="Web-{603834CB-D11B-3DE5-F1B1-181D9289DB1B}" dt="2025-06-09T20:56:13.282" v="833"/>
          <ac:spMkLst>
            <pc:docMk/>
            <pc:sldMk cId="662180798" sldId="273"/>
            <ac:spMk id="4" creationId="{4E3E72D7-BD9D-8192-A2A9-BCDEFC844FC3}"/>
          </ac:spMkLst>
        </pc:spChg>
        <pc:spChg chg="del mod ord">
          <ac:chgData name="PhamTuyetNgan Vo" userId="S::vop47519@hs-regensburg.de::6eafc975-32e2-4ed2-b112-6f0b1a0a725d" providerId="AD" clId="Web-{603834CB-D11B-3DE5-F1B1-181D9289DB1B}" dt="2025-06-09T20:40:36.139" v="750"/>
          <ac:spMkLst>
            <pc:docMk/>
            <pc:sldMk cId="662180798" sldId="273"/>
            <ac:spMk id="5" creationId="{F69A6E1A-C8B5-21F9-5C6F-A4BDA2ACDBFF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50:58.591" v="532" actId="1076"/>
          <ac:spMkLst>
            <pc:docMk/>
            <pc:sldMk cId="662180798" sldId="273"/>
            <ac:spMk id="6" creationId="{50682738-4364-9465-7CD7-7D17A8A77D2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0:48:48.563" v="830" actId="1076"/>
          <ac:spMkLst>
            <pc:docMk/>
            <pc:sldMk cId="662180798" sldId="273"/>
            <ac:spMk id="7" creationId="{3B44C71C-3051-D6FD-2CA0-DF64B1B00C49}"/>
          </ac:spMkLst>
        </pc:spChg>
        <pc:spChg chg="add mod">
          <ac:chgData name="PhamTuyetNgan Vo" userId="S::vop47519@hs-regensburg.de::6eafc975-32e2-4ed2-b112-6f0b1a0a725d" providerId="AD" clId="Web-{603834CB-D11B-3DE5-F1B1-181D9289DB1B}" dt="2025-06-09T20:56:14.844" v="834"/>
          <ac:spMkLst>
            <pc:docMk/>
            <pc:sldMk cId="662180798" sldId="273"/>
            <ac:spMk id="8" creationId="{B8AFF643-4566-3DAE-159B-3B16742A8218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0:48:54.985" v="831" actId="1076"/>
          <ac:spMkLst>
            <pc:docMk/>
            <pc:sldMk cId="662180798" sldId="273"/>
            <ac:spMk id="12" creationId="{24E21293-062D-E60E-4215-160A22FD8582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1:37:31.883" v="961" actId="20577"/>
          <ac:spMkLst>
            <pc:docMk/>
            <pc:sldMk cId="662180798" sldId="273"/>
            <ac:spMk id="16" creationId="{2890B26F-5E00-BDEC-9444-771189009072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0:48:58.422" v="832" actId="1076"/>
          <ac:spMkLst>
            <pc:docMk/>
            <pc:sldMk cId="662180798" sldId="273"/>
            <ac:spMk id="17" creationId="{4F25EB9C-B1F7-69BF-9736-89A13CFB397B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20:57:55.754" v="842" actId="1076"/>
          <ac:picMkLst>
            <pc:docMk/>
            <pc:sldMk cId="662180798" sldId="273"/>
            <ac:picMk id="9" creationId="{1B8E1A7E-C16C-CA83-3619-E4895EF164ED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0:57:58.410" v="843" actId="1076"/>
          <ac:picMkLst>
            <pc:docMk/>
            <pc:sldMk cId="662180798" sldId="273"/>
            <ac:picMk id="10" creationId="{B87E7120-30BA-8D9E-E9B9-ACE97A7CE4C5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0:57:44.066" v="839" actId="14100"/>
          <ac:picMkLst>
            <pc:docMk/>
            <pc:sldMk cId="662180798" sldId="273"/>
            <ac:picMk id="11" creationId="{351C5D28-8398-604C-A219-C12E3DBD8357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176158537" sldId="274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76158537" sldId="274"/>
            <ac:spMk id="3" creationId="{ED920D1D-0890-8D17-9C82-8F39FB04C9F6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76158537" sldId="274"/>
            <ac:spMk id="5" creationId="{41639EC0-F956-0A90-39C0-4BF2AE5D97A9}"/>
          </ac:spMkLst>
        </pc:spChg>
        <pc:graphicFrameChg chg="mod modGraphic">
          <ac:chgData name="PhamTuyetNgan Vo" userId="S::vop47519@hs-regensburg.de::6eafc975-32e2-4ed2-b112-6f0b1a0a725d" providerId="AD" clId="Web-{603834CB-D11B-3DE5-F1B1-181D9289DB1B}" dt="2025-06-09T15:31:20.875" v="247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176158537" sldId="274"/>
            <ac:picMk id="2" creationId="{46147644-298D-55F1-98A5-C2D08E58A402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176158537" sldId="274"/>
            <ac:picMk id="6" creationId="{6435B638-190A-2DBA-A8E3-3D6724C43C2B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349166377" sldId="275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49166377" sldId="275"/>
            <ac:spMk id="3" creationId="{FD35BF7F-B8F6-58EA-F782-C72DE4169EDC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49166377" sldId="275"/>
            <ac:spMk id="5" creationId="{9D6D07CE-177C-BBD1-616F-DA7B4711197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349166377" sldId="275"/>
            <ac:spMk id="7" creationId="{57BBA451-3B7A-540E-9C92-9355CB6AED8E}"/>
          </ac:spMkLst>
        </pc:spChg>
      </pc:sldChg>
      <pc:sldChg chg="addSp modSp mod modClrScheme chgLayout">
        <pc:chgData name="PhamTuyetNgan Vo" userId="S::vop47519@hs-regensburg.de::6eafc975-32e2-4ed2-b112-6f0b1a0a725d" providerId="AD" clId="Web-{603834CB-D11B-3DE5-F1B1-181D9289DB1B}" dt="2025-06-09T22:33:44.183" v="1120" actId="1076"/>
        <pc:sldMkLst>
          <pc:docMk/>
          <pc:sldMk cId="1526260408" sldId="276"/>
        </pc:sldMkLst>
        <pc:spChg chg="mod ord">
          <ac:chgData name="PhamTuyetNgan Vo" userId="S::vop47519@hs-regensburg.de::6eafc975-32e2-4ed2-b112-6f0b1a0a725d" providerId="AD" clId="Web-{603834CB-D11B-3DE5-F1B1-181D9289DB1B}" dt="2025-06-09T18:37:18.437" v="676" actId="1076"/>
          <ac:spMkLst>
            <pc:docMk/>
            <pc:sldMk cId="1526260408" sldId="276"/>
            <ac:spMk id="2" creationId="{F662A654-F8FD-2425-1EC5-FCDFEEF5C84C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526260408" sldId="276"/>
            <ac:spMk id="3" creationId="{586A5222-0842-80AF-E3AE-163604759252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526260408" sldId="276"/>
            <ac:spMk id="5" creationId="{FF6D412A-8372-2F98-F179-C3EB57FAA20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2:33:44.183" v="1120" actId="1076"/>
          <ac:spMkLst>
            <pc:docMk/>
            <pc:sldMk cId="1526260408" sldId="276"/>
            <ac:spMk id="6" creationId="{5DE95785-2633-A67A-B924-294C36393E43}"/>
          </ac:spMkLst>
        </pc:spChg>
        <pc:picChg chg="add mod">
          <ac:chgData name="PhamTuyetNgan Vo" userId="S::vop47519@hs-regensburg.de::6eafc975-32e2-4ed2-b112-6f0b1a0a725d" providerId="AD" clId="Web-{603834CB-D11B-3DE5-F1B1-181D9289DB1B}" dt="2025-06-09T21:49:03.563" v="1030" actId="1076"/>
          <ac:picMkLst>
            <pc:docMk/>
            <pc:sldMk cId="1526260408" sldId="276"/>
            <ac:picMk id="4" creationId="{850144CA-4C77-BAF0-6E44-27EA15B88552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49:00.891" v="1029" actId="1076"/>
          <ac:picMkLst>
            <pc:docMk/>
            <pc:sldMk cId="1526260408" sldId="276"/>
            <ac:picMk id="8" creationId="{730239BB-836E-C1CF-4667-58DE6B0342F8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49:19.657" v="1032" actId="14100"/>
          <ac:picMkLst>
            <pc:docMk/>
            <pc:sldMk cId="1526260408" sldId="276"/>
            <ac:picMk id="9" creationId="{8311E915-7852-A9CB-9EC7-3E6101ADCDEE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48:08.600" v="490" actId="1076"/>
        <pc:sldMkLst>
          <pc:docMk/>
          <pc:sldMk cId="739728293" sldId="277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739728293" sldId="277"/>
            <ac:spMk id="2" creationId="{C1D6B4C6-A196-E46D-F6B3-9D51A2AB8CF3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45:24.782" v="440" actId="1076"/>
          <ac:spMkLst>
            <pc:docMk/>
            <pc:sldMk cId="739728293" sldId="277"/>
            <ac:spMk id="3" creationId="{FFF528C0-DEAB-F5E0-9C66-1BE488373B1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6:04.033" v="448" actId="1076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48:02.116" v="488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8:00.444" v="487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8:05.147" v="489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8:08.600" v="490" actId="1076"/>
          <ac:picMkLst>
            <pc:docMk/>
            <pc:sldMk cId="739728293" sldId="277"/>
            <ac:picMk id="16" creationId="{3F378E44-7D76-EE3B-3835-39E9053C867F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5:52.845" v="445" actId="14100"/>
          <ac:picMkLst>
            <pc:docMk/>
            <pc:sldMk cId="739728293" sldId="277"/>
            <ac:picMk id="18" creationId="{E91D9621-DF11-5D71-4375-C6CF019F3C9E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10T00:10:46.373" v="1124" actId="1076"/>
        <pc:sldMkLst>
          <pc:docMk/>
          <pc:sldMk cId="2205569032" sldId="278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205569032" sldId="278"/>
            <ac:spMk id="2" creationId="{9CB8137F-1F6D-A666-EEDE-E81451368579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205569032" sldId="278"/>
            <ac:spMk id="3" creationId="{00AEA9A4-FFAE-A47C-39FE-F7D34EBBC0C8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205569032" sldId="278"/>
            <ac:spMk id="4" creationId="{964C72BF-177A-856F-CBB2-A5DE42F76D6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2205569032" sldId="278"/>
            <ac:spMk id="5" creationId="{D04CF8B5-E695-6477-3F95-7EC3F90C92DB}"/>
          </ac:spMkLst>
        </pc:spChg>
        <pc:picChg chg="mod">
          <ac:chgData name="PhamTuyetNgan Vo" userId="S::vop47519@hs-regensburg.de::6eafc975-32e2-4ed2-b112-6f0b1a0a725d" providerId="AD" clId="Web-{603834CB-D11B-3DE5-F1B1-181D9289DB1B}" dt="2025-06-10T00:10:46.373" v="1124" actId="1076"/>
          <ac:picMkLst>
            <pc:docMk/>
            <pc:sldMk cId="2205569032" sldId="278"/>
            <ac:picMk id="6" creationId="{71346A12-2901-6CB8-5B02-6F5F385C3720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2205569032" sldId="278"/>
            <ac:picMk id="7" creationId="{7FC7F6AF-9EDB-A96D-D45D-FD35D487C3F5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804985069" sldId="279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4985069" sldId="279"/>
            <ac:spMk id="2" creationId="{1C8A7F42-9AC0-D817-F9E7-955A6EFE019A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4985069" sldId="279"/>
            <ac:spMk id="3" creationId="{958702F9-9374-E924-4209-361FCF16C62A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4985069" sldId="279"/>
            <ac:spMk id="4" creationId="{847C3706-BF25-80F6-2AA1-A1D7E6383305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804985069" sldId="279"/>
            <ac:spMk id="5" creationId="{34924BF9-3802-9010-6922-396497475C1F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804985069" sldId="279"/>
            <ac:picMk id="8" creationId="{11925BBF-96DF-5E42-1E3F-BFE2FF02C83B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804985069" sldId="279"/>
            <ac:picMk id="9" creationId="{F76D881D-3C4E-3796-3767-3398A6EFFDF4}"/>
          </ac:picMkLst>
        </pc:picChg>
      </pc:sldChg>
      <pc:sldChg chg="addSp delSp modSp mod modClrScheme modShow chgLayout">
        <pc:chgData name="PhamTuyetNgan Vo" userId="S::vop47519@hs-regensburg.de::6eafc975-32e2-4ed2-b112-6f0b1a0a725d" providerId="AD" clId="Web-{603834CB-D11B-3DE5-F1B1-181D9289DB1B}" dt="2025-06-10T00:10:32.482" v="1123" actId="1076"/>
        <pc:sldMkLst>
          <pc:docMk/>
          <pc:sldMk cId="1870867864" sldId="280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870867864" sldId="280"/>
            <ac:spMk id="2" creationId="{6AA719FF-6360-F3E5-8630-1CC62276C5EF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870867864" sldId="280"/>
            <ac:spMk id="3" creationId="{A9F1B732-1085-3184-4CA2-4AA7BDF22E0C}"/>
          </ac:spMkLst>
        </pc:spChg>
        <pc:spChg chg="del mod ord">
          <ac:chgData name="PhamTuyetNgan Vo" userId="S::vop47519@hs-regensburg.de::6eafc975-32e2-4ed2-b112-6f0b1a0a725d" providerId="AD" clId="Web-{603834CB-D11B-3DE5-F1B1-181D9289DB1B}" dt="2025-06-09T21:00:32.259" v="846"/>
          <ac:spMkLst>
            <pc:docMk/>
            <pc:sldMk cId="1870867864" sldId="280"/>
            <ac:spMk id="4" creationId="{E09ECA24-4FC1-4C7C-E789-AD5C5D4E4C8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1870867864" sldId="280"/>
            <ac:spMk id="5" creationId="{CC5CCCD4-481F-54E1-48BF-C7BEAE349424}"/>
          </ac:spMkLst>
        </pc:spChg>
        <pc:spChg chg="add mod">
          <ac:chgData name="PhamTuyetNgan Vo" userId="S::vop47519@hs-regensburg.de::6eafc975-32e2-4ed2-b112-6f0b1a0a725d" providerId="AD" clId="Web-{603834CB-D11B-3DE5-F1B1-181D9289DB1B}" dt="2025-06-09T21:00:35.025" v="847"/>
          <ac:spMkLst>
            <pc:docMk/>
            <pc:sldMk cId="1870867864" sldId="280"/>
            <ac:spMk id="8" creationId="{3F045A19-ADF2-A6A5-29EF-0F253367860E}"/>
          </ac:spMkLst>
        </pc:spChg>
        <pc:picChg chg="mod">
          <ac:chgData name="PhamTuyetNgan Vo" userId="S::vop47519@hs-regensburg.de::6eafc975-32e2-4ed2-b112-6f0b1a0a725d" providerId="AD" clId="Web-{603834CB-D11B-3DE5-F1B1-181D9289DB1B}" dt="2025-06-10T00:10:32.482" v="1123" actId="1076"/>
          <ac:picMkLst>
            <pc:docMk/>
            <pc:sldMk cId="1870867864" sldId="280"/>
            <ac:picMk id="6" creationId="{A32C7AA2-8F5F-2820-7981-573298591813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10T00:10:30.091" v="1122" actId="1076"/>
          <ac:picMkLst>
            <pc:docMk/>
            <pc:sldMk cId="1870867864" sldId="280"/>
            <ac:picMk id="7" creationId="{AEB600BF-0252-EFC8-AEAA-B9457E28710F}"/>
          </ac:picMkLst>
        </pc:picChg>
      </pc:sldChg>
      <pc:sldChg chg="addSp modSp new del">
        <pc:chgData name="PhamTuyetNgan Vo" userId="S::vop47519@hs-regensburg.de::6eafc975-32e2-4ed2-b112-6f0b1a0a725d" providerId="AD" clId="Web-{603834CB-D11B-3DE5-F1B1-181D9289DB1B}" dt="2025-06-09T15:35:37.103" v="298"/>
        <pc:sldMkLst>
          <pc:docMk/>
          <pc:sldMk cId="3882057250" sldId="281"/>
        </pc:sldMkLst>
        <pc:picChg chg="add mod">
          <ac:chgData name="PhamTuyetNgan Vo" userId="S::vop47519@hs-regensburg.de::6eafc975-32e2-4ed2-b112-6f0b1a0a725d" providerId="AD" clId="Web-{603834CB-D11B-3DE5-F1B1-181D9289DB1B}" dt="2025-06-09T15:35:31.150" v="297"/>
          <ac:picMkLst>
            <pc:docMk/>
            <pc:sldMk cId="3882057250" sldId="281"/>
            <ac:picMk id="6" creationId="{98D94767-03DE-30EA-4694-E39A9FE88278}"/>
          </ac:picMkLst>
        </pc:picChg>
      </pc:sldChg>
      <pc:sldMasterChg chg="modSp del delSldLayout modSldLayout">
        <pc:chgData name="PhamTuyetNgan Vo" userId="S::vop47519@hs-regensburg.de::6eafc975-32e2-4ed2-b112-6f0b1a0a725d" providerId="AD" clId="Web-{603834CB-D11B-3DE5-F1B1-181D9289DB1B}" dt="2025-06-09T15:20:48.820" v="201"/>
        <pc:sldMasterMkLst>
          <pc:docMk/>
          <pc:sldMasterMk cId="1519558528" sldId="2147483852"/>
        </pc:sldMasterMkLst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20:43.507" v="200"/>
          <ac:cxnSpMkLst>
            <pc:docMk/>
            <pc:sldMasterMk cId="1519558528" sldId="2147483852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20:43.507" v="200"/>
          <ac:cxnSpMkLst>
            <pc:docMk/>
            <pc:sldMasterMk cId="1519558528" sldId="2147483852"/>
            <ac:cxnSpMk id="8" creationId="{085AA86F-6A4D-4BCB-A045-D992CDC2959B}"/>
          </ac:cxnSpMkLst>
        </pc:cxn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66892931" sldId="2147483853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66892931" sldId="2147483853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66892931" sldId="2147483853"/>
              <ac:spMk id="3" creationId="{7A7B9009-EE50-4EE5-B6EB-CD6EC83D3FA3}"/>
            </ac:spMkLst>
          </pc:spChg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749941026" sldId="2147483854"/>
          </pc:sldLayoutMkLst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942033719" sldId="2147483855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942033719" sldId="2147483855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942033719" sldId="2147483855"/>
              <ac:spMk id="3" creationId="{A58448C1-C13F-4826-8347-EEB00A6643D6}"/>
            </ac:spMkLst>
          </pc:spChg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124224629" sldId="2147483856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24224629" sldId="2147483856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24224629" sldId="2147483856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24224629" sldId="2147483856"/>
              <ac:spMk id="4" creationId="{7B141E17-47CE-4A78-B0FA-0E9786DA67C5}"/>
            </ac:spMkLst>
          </pc:spChg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211403335" sldId="2147483857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6" creationId="{390EBBBB-517F-4ED7-9E51-CF0F7590B4D4}"/>
            </ac:spMkLst>
          </pc:spChg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2109206147" sldId="2147483858"/>
          </pc:sldLayoutMkLst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402028572" sldId="2147483859"/>
          </pc:sldLayoutMkLst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767348940" sldId="2147483860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767348940" sldId="2147483860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767348940" sldId="2147483860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767348940" sldId="2147483860"/>
              <ac:spMk id="4" creationId="{2D9D03EA-5FAD-4609-A2B8-624E426847E3}"/>
            </ac:spMkLst>
          </pc:spChg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4042912870" sldId="2147483861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4042912870" sldId="2147483861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4042912870" sldId="2147483861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4042912870" sldId="2147483861"/>
              <ac:spMk id="4" creationId="{FA0C2E6A-F834-4540-BB00-E13CB45DC362}"/>
            </ac:spMkLst>
          </pc:spChg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2459611323" sldId="2147483862"/>
          </pc:sldLayoutMkLst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11972624" sldId="2147483863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1972624" sldId="2147483863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1972624" sldId="2147483863"/>
              <ac:spMk id="3" creationId="{E28F733C-9309-4197-BACA-207CDC8935C9}"/>
            </ac:spMkLst>
          </pc:spChg>
        </pc:sldLayoutChg>
      </pc:sldMasterChg>
      <pc:sldMasterChg chg="modSp add del addSldLayout delSldLayout modSldLayout">
        <pc:chgData name="PhamTuyetNgan Vo" userId="S::vop47519@hs-regensburg.de::6eafc975-32e2-4ed2-b112-6f0b1a0a725d" providerId="AD" clId="Web-{603834CB-D11B-3DE5-F1B1-181D9289DB1B}" dt="2025-06-09T15:29:58.825" v="243"/>
        <pc:sldMasterMkLst>
          <pc:docMk/>
          <pc:sldMasterMk cId="1265846969" sldId="2147483864"/>
        </pc:sldMasterMkLst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29:54.122" v="242"/>
          <ac:cxnSpMkLst>
            <pc:docMk/>
            <pc:sldMasterMk cId="1265846969" sldId="2147483864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29:54.122" v="242"/>
          <ac:cxnSpMkLst>
            <pc:docMk/>
            <pc:sldMasterMk cId="1265846969" sldId="2147483864"/>
            <ac:cxnSpMk id="8" creationId="{085AA86F-6A4D-4BCB-A045-D992CDC2959B}"/>
          </ac:cxnSpMkLst>
        </pc:cxn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527330620" sldId="2147483865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7330620" sldId="2147483865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7330620" sldId="2147483865"/>
              <ac:spMk id="3" creationId="{7A7B9009-EE50-4EE5-B6EB-CD6EC83D3FA3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4245382957" sldId="2147483866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1985972951" sldId="2147483867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1985972951" sldId="2147483867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1985972951" sldId="2147483867"/>
              <ac:spMk id="3" creationId="{A58448C1-C13F-4826-8347-EEB00A6643D6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3245934568" sldId="2147483868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3245934568" sldId="2147483868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3245934568" sldId="2147483868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3245934568" sldId="2147483868"/>
              <ac:spMk id="4" creationId="{7B141E17-47CE-4A78-B0FA-0E9786DA67C5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525164578" sldId="2147483869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6" creationId="{390EBBBB-517F-4ED7-9E51-CF0F7590B4D4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544465" sldId="2147483870"/>
          </pc:sldLayoutMkLst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3309547956" sldId="2147483871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4147121052" sldId="2147483872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4147121052" sldId="2147483872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4147121052" sldId="2147483872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4147121052" sldId="2147483872"/>
              <ac:spMk id="4" creationId="{2D9D03EA-5FAD-4609-A2B8-624E426847E3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287916171" sldId="2147483873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287916171" sldId="2147483873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287916171" sldId="2147483873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287916171" sldId="2147483873"/>
              <ac:spMk id="4" creationId="{FA0C2E6A-F834-4540-BB00-E13CB45DC362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3336436022" sldId="2147483874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501874485" sldId="2147483875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501874485" sldId="2147483875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501874485" sldId="2147483875"/>
              <ac:spMk id="3" creationId="{E28F733C-9309-4197-BACA-207CDC8935C9}"/>
            </ac:spMkLst>
          </pc:spChg>
        </pc:sldLayoutChg>
      </pc:sldMasterChg>
      <pc:sldMasterChg chg="modSp add del addSldLayout delSldLayout modSldLayout">
        <pc:chgData name="PhamTuyetNgan Vo" userId="S::vop47519@hs-regensburg.de::6eafc975-32e2-4ed2-b112-6f0b1a0a725d" providerId="AD" clId="Web-{603834CB-D11B-3DE5-F1B1-181D9289DB1B}" dt="2025-06-09T15:31:07.765" v="246"/>
        <pc:sldMasterMkLst>
          <pc:docMk/>
          <pc:sldMasterMk cId="3654752847" sldId="2147483876"/>
        </pc:sldMasterMkLst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31:04.171" v="245"/>
          <ac:cxnSpMkLst>
            <pc:docMk/>
            <pc:sldMasterMk cId="3654752847" sldId="2147483876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31:04.171" v="245"/>
          <ac:cxnSpMkLst>
            <pc:docMk/>
            <pc:sldMasterMk cId="3654752847" sldId="2147483876"/>
            <ac:cxnSpMk id="8" creationId="{085AA86F-6A4D-4BCB-A045-D992CDC2959B}"/>
          </ac:cxnSpMkLst>
        </pc:cxn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859498511" sldId="2147483877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59498511" sldId="2147483877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59498511" sldId="2147483877"/>
              <ac:spMk id="3" creationId="{7A7B9009-EE50-4EE5-B6EB-CD6EC83D3FA3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820974805" sldId="2147483878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86134359" sldId="2147483879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6134359" sldId="2147483879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6134359" sldId="2147483879"/>
              <ac:spMk id="3" creationId="{A58448C1-C13F-4826-8347-EEB00A6643D6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883320703" sldId="2147483880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83320703" sldId="2147483880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83320703" sldId="2147483880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83320703" sldId="2147483880"/>
              <ac:spMk id="4" creationId="{7B141E17-47CE-4A78-B0FA-0E9786DA67C5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249994868" sldId="2147483881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6" creationId="{390EBBBB-517F-4ED7-9E51-CF0F7590B4D4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3166483174" sldId="2147483882"/>
          </pc:sldLayoutMkLst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258125095" sldId="2147483883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3012341840" sldId="2147483884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3012341840" sldId="2147483884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3012341840" sldId="2147483884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3012341840" sldId="2147483884"/>
              <ac:spMk id="4" creationId="{2D9D03EA-5FAD-4609-A2B8-624E426847E3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1775596916" sldId="2147483885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775596916" sldId="2147483885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775596916" sldId="2147483885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775596916" sldId="2147483885"/>
              <ac:spMk id="4" creationId="{FA0C2E6A-F834-4540-BB00-E13CB45DC362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1817102653" sldId="2147483886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1298380960" sldId="2147483887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298380960" sldId="2147483887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298380960" sldId="2147483887"/>
              <ac:spMk id="3" creationId="{E28F733C-9309-4197-BACA-207CDC8935C9}"/>
            </ac:spMkLst>
          </pc:spChg>
        </pc:sldLayoutChg>
      </pc:sldMasterChg>
      <pc:sldMasterChg chg="modSp add del addSldLayout delSldLayout modSldLayout">
        <pc:chgData name="PhamTuyetNgan Vo" userId="S::vop47519@hs-regensburg.de::6eafc975-32e2-4ed2-b112-6f0b1a0a725d" providerId="AD" clId="Web-{603834CB-D11B-3DE5-F1B1-181D9289DB1B}" dt="2025-06-09T15:31:24.938" v="248"/>
        <pc:sldMasterMkLst>
          <pc:docMk/>
          <pc:sldMasterMk cId="3110703405" sldId="2147483888"/>
        </pc:sldMasterMkLst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31:20.875" v="247"/>
          <ac:cxnSpMkLst>
            <pc:docMk/>
            <pc:sldMasterMk cId="3110703405" sldId="2147483888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31:20.875" v="247"/>
          <ac:cxnSpMkLst>
            <pc:docMk/>
            <pc:sldMasterMk cId="3110703405" sldId="2147483888"/>
            <ac:cxnSpMk id="8" creationId="{085AA86F-6A4D-4BCB-A045-D992CDC2959B}"/>
          </ac:cxnSpMkLst>
        </pc:cxn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406424475" sldId="2147483889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406424475" sldId="2147483889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406424475" sldId="2147483889"/>
              <ac:spMk id="3" creationId="{7A7B9009-EE50-4EE5-B6EB-CD6EC83D3FA3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816368481" sldId="2147483890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2126552425" sldId="2147483891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2126552425" sldId="2147483891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2126552425" sldId="2147483891"/>
              <ac:spMk id="3" creationId="{A58448C1-C13F-4826-8347-EEB00A6643D6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909386944" sldId="2147483892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909386944" sldId="2147483892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909386944" sldId="2147483892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909386944" sldId="2147483892"/>
              <ac:spMk id="4" creationId="{7B141E17-47CE-4A78-B0FA-0E9786DA67C5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1310511248" sldId="2147483893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6" creationId="{390EBBBB-517F-4ED7-9E51-CF0F7590B4D4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631892924" sldId="2147483894"/>
          </pc:sldLayoutMkLst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09267874" sldId="2147483895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433938760" sldId="2147483896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33938760" sldId="2147483896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33938760" sldId="2147483896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33938760" sldId="2147483896"/>
              <ac:spMk id="4" creationId="{2D9D03EA-5FAD-4609-A2B8-624E426847E3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4283794308" sldId="2147483897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283794308" sldId="2147483897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283794308" sldId="2147483897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283794308" sldId="2147483897"/>
              <ac:spMk id="4" creationId="{FA0C2E6A-F834-4540-BB00-E13CB45DC362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1518590043" sldId="2147483898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308072620" sldId="2147483899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308072620" sldId="2147483899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308072620" sldId="2147483899"/>
              <ac:spMk id="3" creationId="{E28F733C-9309-4197-BACA-207CDC8935C9}"/>
            </ac:spMkLst>
          </pc:spChg>
        </pc:sldLayoutChg>
      </pc:sldMasterChg>
      <pc:sldMasterChg chg="add mod addSldLayout modSldLayout">
        <pc:chgData name="PhamTuyetNgan Vo" userId="S::vop47519@hs-regensburg.de::6eafc975-32e2-4ed2-b112-6f0b1a0a725d" providerId="AD" clId="Web-{603834CB-D11B-3DE5-F1B1-181D9289DB1B}" dt="2025-06-09T21:00:53.291" v="850"/>
        <pc:sldMasterMkLst>
          <pc:docMk/>
          <pc:sldMasterMk cId="283662966" sldId="2147483900"/>
        </pc:sldMasterMkLst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3851655963" sldId="2147483901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626802042" sldId="2147483902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979350333" sldId="2147483903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504428237" sldId="2147483904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24330588" sldId="2147483905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944405174" sldId="2147483906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688062116" sldId="2147483907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2222881128" sldId="2147483908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3718651282" sldId="2147483909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3151548553" sldId="2147483910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1318957063" sldId="2147483911"/>
          </pc:sldLayoutMkLst>
        </pc:sldLayoutChg>
      </pc:sldMasterChg>
    </pc:docChg>
  </pc:docChgLst>
  <pc:docChgLst>
    <pc:chgData name="Ines Wodarz" userId="S::woi45919@hs-regensburg.de::eea25bdb-c1ac-4bff-a043-0a6432052995" providerId="AD" clId="Web-{C20DC9E6-6E6B-6E39-EB15-EFF5D57D3708}"/>
    <pc:docChg chg="modSld sldOrd">
      <pc:chgData name="Ines Wodarz" userId="S::woi45919@hs-regensburg.de::eea25bdb-c1ac-4bff-a043-0a6432052995" providerId="AD" clId="Web-{C20DC9E6-6E6B-6E39-EB15-EFF5D57D3708}" dt="2025-06-11T10:04:56.463" v="72" actId="20577"/>
      <pc:docMkLst>
        <pc:docMk/>
      </pc:docMkLst>
      <pc:sldChg chg="modSp ord">
        <pc:chgData name="Ines Wodarz" userId="S::woi45919@hs-regensburg.de::eea25bdb-c1ac-4bff-a043-0a6432052995" providerId="AD" clId="Web-{C20DC9E6-6E6B-6E39-EB15-EFF5D57D3708}" dt="2025-06-11T10:04:56.463" v="72" actId="20577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C20DC9E6-6E6B-6E39-EB15-EFF5D57D3708}" dt="2025-06-11T10:04:56.463" v="72" actId="20577"/>
          <ac:spMkLst>
            <pc:docMk/>
            <pc:sldMk cId="912317529" sldId="271"/>
            <ac:spMk id="3" creationId="{00000000-0000-0000-0000-000000000000}"/>
          </ac:spMkLst>
        </pc:spChg>
      </pc:sldChg>
      <pc:sldChg chg="modSp ord">
        <pc:chgData name="Ines Wodarz" userId="S::woi45919@hs-regensburg.de::eea25bdb-c1ac-4bff-a043-0a6432052995" providerId="AD" clId="Web-{C20DC9E6-6E6B-6E39-EB15-EFF5D57D3708}" dt="2025-06-11T09:37:37.290" v="16"/>
        <pc:sldMkLst>
          <pc:docMk/>
          <pc:sldMk cId="739728293" sldId="277"/>
        </pc:sldMkLst>
        <pc:spChg chg="mod">
          <ac:chgData name="Ines Wodarz" userId="S::woi45919@hs-regensburg.de::eea25bdb-c1ac-4bff-a043-0a6432052995" providerId="AD" clId="Web-{C20DC9E6-6E6B-6E39-EB15-EFF5D57D3708}" dt="2025-06-11T09:36:02.975" v="3" actId="20577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Ines Wodarz" userId="S::woi45919@hs-regensburg.de::eea25bdb-c1ac-4bff-a043-0a6432052995" providerId="AD" clId="Web-{C20DC9E6-6E6B-6E39-EB15-EFF5D57D3708}" dt="2025-06-11T09:37:04.789" v="13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Ines Wodarz" userId="S::woi45919@hs-regensburg.de::eea25bdb-c1ac-4bff-a043-0a6432052995" providerId="AD" clId="Web-{C20DC9E6-6E6B-6E39-EB15-EFF5D57D3708}" dt="2025-06-11T09:37:07.242" v="14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C20DC9E6-6E6B-6E39-EB15-EFF5D57D3708}" dt="2025-06-11T09:37:02.805" v="12" actId="1076"/>
          <ac:picMkLst>
            <pc:docMk/>
            <pc:sldMk cId="739728293" sldId="277"/>
            <ac:picMk id="14" creationId="{7539B11F-AEBA-8CA0-D223-32FAA011F161}"/>
          </ac:picMkLst>
        </pc:picChg>
      </pc:sldChg>
    </pc:docChg>
  </pc:docChgLst>
  <pc:docChgLst>
    <pc:chgData name="Max Hubauer" userId="S::hum42185@hs-regensburg.de::4aa4017d-c21c-4067-a375-0aad29452a1b" providerId="AD" clId="Web-{DE4875EE-A664-E9E1-4211-DDCB9707CDC5}"/>
    <pc:docChg chg="mod addSld delSld modSld sldOrd addMainMaster delMainMaster modMainMaster modSection">
      <pc:chgData name="Max Hubauer" userId="S::hum42185@hs-regensburg.de::4aa4017d-c21c-4067-a375-0aad29452a1b" providerId="AD" clId="Web-{DE4875EE-A664-E9E1-4211-DDCB9707CDC5}" dt="2025-06-09T09:23:45.772" v="17"/>
      <pc:docMkLst>
        <pc:docMk/>
      </pc:docMkLst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0" sldId="256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0" sldId="256"/>
            <ac:spMk id="2" creationId="{5A3BD844-3727-E6C8-8902-983B738B5BFF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0" sldId="256"/>
            <ac:spMk id="3" creationId="{92CABE9E-7CFB-5887-7AA5-7A8E21AF157F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839957984" sldId="258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839957984" sldId="258"/>
            <ac:spMk id="2" creationId="{51BFD748-CB37-49A0-C7D6-85B27C6EC92B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839957984" sldId="258"/>
            <ac:spMk id="4" creationId="{E51A3FC5-11CB-B7D4-3A17-3EAAA666A301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115697934" sldId="259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115697934" sldId="259"/>
            <ac:spMk id="2" creationId="{73A69C8D-2478-4A86-FDDF-0CB469D3BD42}"/>
          </ac:spMkLst>
        </pc:spChg>
      </pc:sldChg>
      <pc:sldChg chg="modSp mod ord modClrScheme chgLayout">
        <pc:chgData name="Max Hubauer" userId="S::hum42185@hs-regensburg.de::4aa4017d-c21c-4067-a375-0aad29452a1b" providerId="AD" clId="Web-{DE4875EE-A664-E9E1-4211-DDCB9707CDC5}" dt="2025-06-09T09:22:02.942" v="7"/>
        <pc:sldMkLst>
          <pc:docMk/>
          <pc:sldMk cId="3830050188" sldId="260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830050188" sldId="260"/>
            <ac:spMk id="3" creationId="{29F55254-508D-ED0B-C3A2-5721C8B3F7F7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447179358" sldId="261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47179358" sldId="261"/>
            <ac:spMk id="2" creationId="{3357321C-E625-FA1B-71F5-50D77A7654D1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47179358" sldId="261"/>
            <ac:spMk id="3" creationId="{DFD12EE9-1277-292F-068C-2C798FBC231F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2323146913" sldId="262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323146913" sldId="262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323146913" sldId="262"/>
            <ac:spMk id="20" creationId="{42B52977-3214-C33A-1BB4-47006A7BC846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240572229" sldId="264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240572229" sldId="264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240572229" sldId="264"/>
            <ac:spMk id="10" creationId="{17D06B69-B25A-6832-AEAE-EFFA2563B5D9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3240572229" sldId="264"/>
            <ac:graphicFrameMk id="5" creationId="{8D4E8436-791E-8418-9CD6-50C1904EBAE2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01464842" sldId="265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2" creationId="{8A46774F-2C56-A4F1-997C-023DB8362344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3" creationId="{102795B0-91C1-86C5-1D8A-7B5ED85B8FC8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4" creationId="{C9CEC89B-B762-C9F5-99C2-315246B31034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6" creationId="{B603CDF7-806F-0DC3-4F40-82EECB1A08E1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4040134969" sldId="266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2" creationId="{BAECD24A-C0D8-7BA9-BFBC-7A951F28B34E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3" creationId="{A0C2565E-BABA-413D-EC41-E2E1AE6F148C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4" creationId="{AA683019-8E47-B645-1BA4-F1586ABE1A86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6" creationId="{F8A2216B-90A2-B9C6-0196-304EF6AA5183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800126668" sldId="267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800126668" sldId="267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800126668" sldId="267"/>
            <ac:spMk id="20" creationId="{2E0DA8BA-0860-39BB-799E-EBA72F0D8E92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800126668" sldId="267"/>
            <ac:graphicFrameMk id="17" creationId="{0849B400-3F90-97A7-AB3E-ACCF3415A452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80089971" sldId="269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80089971" sldId="269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80089971" sldId="269"/>
            <ac:spMk id="9" creationId="{E4CABE71-32B5-E3A7-9E59-7CF9264B19BB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912317529" sldId="271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912317529" sldId="271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912317529" sldId="271"/>
            <ac:spMk id="7" creationId="{454E62E9-7983-3859-2D2F-1C131FB3807B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662180798" sldId="273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662180798" sldId="273"/>
            <ac:spMk id="3" creationId="{C60A6208-997B-A9E3-F479-0FEA89195E6F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662180798" sldId="273"/>
            <ac:spMk id="5" creationId="{F69A6E1A-C8B5-21F9-5C6F-A4BDA2ACDBFF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76158537" sldId="274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76158537" sldId="274"/>
            <ac:spMk id="3" creationId="{ED920D1D-0890-8D17-9C82-8F39FB04C9F6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76158537" sldId="274"/>
            <ac:spMk id="5" creationId="{41639EC0-F956-0A90-39C0-4BF2AE5D97A9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49166377" sldId="275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9166377" sldId="275"/>
            <ac:spMk id="3" creationId="{FD35BF7F-B8F6-58EA-F782-C72DE4169EDC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9166377" sldId="275"/>
            <ac:spMk id="5" creationId="{9D6D07CE-177C-BBD1-616F-DA7B47111977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526260408" sldId="276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526260408" sldId="276"/>
            <ac:spMk id="2" creationId="{F662A654-F8FD-2425-1EC5-FCDFEEF5C84C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526260408" sldId="276"/>
            <ac:spMk id="3" creationId="{586A5222-0842-80AF-E3AE-163604759252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526260408" sldId="276"/>
            <ac:spMk id="5" creationId="{FF6D412A-8372-2F98-F179-C3EB57FAA207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739728293" sldId="277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739728293" sldId="277"/>
            <ac:spMk id="2" creationId="{C1D6B4C6-A196-E46D-F6B3-9D51A2AB8CF3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739728293" sldId="277"/>
            <ac:spMk id="3" creationId="{FFF528C0-DEAB-F5E0-9C66-1BE488373B1A}"/>
          </ac:spMkLst>
        </pc:spChg>
      </pc:sldChg>
      <pc:sldChg chg="new del ord">
        <pc:chgData name="Max Hubauer" userId="S::hum42185@hs-regensburg.de::4aa4017d-c21c-4067-a375-0aad29452a1b" providerId="AD" clId="Web-{DE4875EE-A664-E9E1-4211-DDCB9707CDC5}" dt="2025-06-09T09:04:52.857" v="3"/>
        <pc:sldMkLst>
          <pc:docMk/>
          <pc:sldMk cId="476472598" sldId="278"/>
        </pc:sldMkLst>
      </pc:sldChg>
      <pc:sldChg chg="addSp delSp modSp new del mod modClrScheme chgLayout">
        <pc:chgData name="Max Hubauer" userId="S::hum42185@hs-regensburg.de::4aa4017d-c21c-4067-a375-0aad29452a1b" providerId="AD" clId="Web-{DE4875EE-A664-E9E1-4211-DDCB9707CDC5}" dt="2025-06-09T09:23:45.772" v="17"/>
        <pc:sldMkLst>
          <pc:docMk/>
          <pc:sldMk cId="2275907763" sldId="278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275907763" sldId="278"/>
            <ac:spMk id="2" creationId="{793C9D2E-393A-98A8-AD25-E64892698408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275907763" sldId="278"/>
            <ac:spMk id="3" creationId="{4DB8B3A4-D0A0-B282-413D-81D1CEA8EA59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275907763" sldId="278"/>
            <ac:spMk id="4" creationId="{0E5AE9DB-9157-079F-F043-3294AF972C16}"/>
          </ac:spMkLst>
        </pc:spChg>
        <pc:spChg chg="del mod ord">
          <ac:chgData name="Max Hubauer" userId="S::hum42185@hs-regensburg.de::4aa4017d-c21c-4067-a375-0aad29452a1b" providerId="AD" clId="Web-{DE4875EE-A664-E9E1-4211-DDCB9707CDC5}" dt="2025-06-09T09:22:39.411" v="8"/>
          <ac:spMkLst>
            <pc:docMk/>
            <pc:sldMk cId="2275907763" sldId="278"/>
            <ac:spMk id="5" creationId="{D23420E6-E89B-BF49-0741-A5C939C1E5D1}"/>
          </ac:spMkLst>
        </pc:spChg>
        <pc:spChg chg="add mod">
          <ac:chgData name="Max Hubauer" userId="S::hum42185@hs-regensburg.de::4aa4017d-c21c-4067-a375-0aad29452a1b" providerId="AD" clId="Web-{DE4875EE-A664-E9E1-4211-DDCB9707CDC5}" dt="2025-06-09T09:22:40.114" v="9"/>
          <ac:spMkLst>
            <pc:docMk/>
            <pc:sldMk cId="2275907763" sldId="278"/>
            <ac:spMk id="6" creationId="{C2A23B3B-5DF3-36F4-4BF7-58B0465A838C}"/>
          </ac:spMkLst>
        </pc:spChg>
        <pc:spChg chg="add del mod">
          <ac:chgData name="Max Hubauer" userId="S::hum42185@hs-regensburg.de::4aa4017d-c21c-4067-a375-0aad29452a1b" providerId="AD" clId="Web-{DE4875EE-A664-E9E1-4211-DDCB9707CDC5}" dt="2025-06-09T09:22:52.880" v="14"/>
          <ac:spMkLst>
            <pc:docMk/>
            <pc:sldMk cId="2275907763" sldId="278"/>
            <ac:spMk id="7" creationId="{43250AF3-A8A6-E521-B67F-2E555A853A7D}"/>
          </ac:spMkLst>
        </pc:spChg>
        <pc:picChg chg="add del mod">
          <ac:chgData name="Max Hubauer" userId="S::hum42185@hs-regensburg.de::4aa4017d-c21c-4067-a375-0aad29452a1b" providerId="AD" clId="Web-{DE4875EE-A664-E9E1-4211-DDCB9707CDC5}" dt="2025-06-09T09:23:35.178" v="16"/>
          <ac:picMkLst>
            <pc:docMk/>
            <pc:sldMk cId="2275907763" sldId="278"/>
            <ac:picMk id="8" creationId="{1A7A3843-091A-209F-BF97-C65612A43196}"/>
          </ac:picMkLst>
        </pc:picChg>
      </pc:sldChg>
      <pc:sldMasterChg chg="add del mod addSldLayout delSldLayout modSldLayout">
        <pc:chgData name="Max Hubauer" userId="S::hum42185@hs-regensburg.de::4aa4017d-c21c-4067-a375-0aad29452a1b" providerId="AD" clId="Web-{DE4875EE-A664-E9E1-4211-DDCB9707CDC5}" dt="2025-06-09T09:22:43.364" v="12"/>
        <pc:sldMasterMkLst>
          <pc:docMk/>
          <pc:sldMasterMk cId="1519558528" sldId="2147483852"/>
        </pc:sldMasterMkLst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66892931" sldId="2147483853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749941026" sldId="2147483854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942033719" sldId="2147483855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124224629" sldId="2147483856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211403335" sldId="2147483857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2109206147" sldId="2147483858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402028572" sldId="2147483859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767348940" sldId="2147483860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4042912870" sldId="2147483861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2459611323" sldId="2147483862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11972624" sldId="2147483863"/>
          </pc:sldLayoutMkLst>
        </pc:sldLayoutChg>
      </pc:sldMasterChg>
      <pc:sldMasterChg chg="add del addSldLayout delSldLayout modSldLayout">
        <pc:chgData name="Max Hubauer" userId="S::hum42185@hs-regensburg.de::4aa4017d-c21c-4067-a375-0aad29452a1b" providerId="AD" clId="Web-{DE4875EE-A664-E9E1-4211-DDCB9707CDC5}" dt="2025-06-09T09:21:12.206" v="6"/>
        <pc:sldMasterMkLst>
          <pc:docMk/>
          <pc:sldMasterMk cId="2522857917" sldId="2147483864"/>
        </pc:sldMasterMkLst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370695199" sldId="2147483865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470523648" sldId="2147483866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598893382" sldId="2147483867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1078130674" sldId="2147483868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577760821" sldId="2147483869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507366802" sldId="2147483870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572293514" sldId="2147483871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1678351633" sldId="2147483872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131399383" sldId="2147483873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172562750" sldId="2147483874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272118965" sldId="2147483875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312847993" sldId="2147483876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361322222" sldId="2147483877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1898902419" sldId="2147483878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139181895" sldId="2147483879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818694643" sldId="2147483880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863726898" sldId="2147483881"/>
          </pc:sldLayoutMkLst>
        </pc:sldLayoutChg>
      </pc:sldMasterChg>
    </pc:docChg>
  </pc:docChgLst>
  <pc:docChgLst>
    <pc:chgData name="QuangTung Vo" userId="S::voq47493@hs-regensburg.de::70ca6c10-5c96-45a7-9902-38ac12776db3" providerId="AD" clId="Web-{E30AD9CF-ABC3-D18F-98E8-F14F1956F627}"/>
    <pc:docChg chg="modSld">
      <pc:chgData name="QuangTung Vo" userId="S::voq47493@hs-regensburg.de::70ca6c10-5c96-45a7-9902-38ac12776db3" providerId="AD" clId="Web-{E30AD9CF-ABC3-D18F-98E8-F14F1956F627}" dt="2025-06-09T15:21:12.886" v="27" actId="20577"/>
      <pc:docMkLst>
        <pc:docMk/>
      </pc:docMkLst>
      <pc:sldChg chg="modSp">
        <pc:chgData name="QuangTung Vo" userId="S::voq47493@hs-regensburg.de::70ca6c10-5c96-45a7-9902-38ac12776db3" providerId="AD" clId="Web-{E30AD9CF-ABC3-D18F-98E8-F14F1956F627}" dt="2025-06-09T15:21:12.886" v="27" actId="20577"/>
        <pc:sldMkLst>
          <pc:docMk/>
          <pc:sldMk cId="3830050188" sldId="260"/>
        </pc:sldMkLst>
        <pc:spChg chg="mod">
          <ac:chgData name="QuangTung Vo" userId="S::voq47493@hs-regensburg.de::70ca6c10-5c96-45a7-9902-38ac12776db3" providerId="AD" clId="Web-{E30AD9CF-ABC3-D18F-98E8-F14F1956F627}" dt="2025-06-09T15:21:12.886" v="27" actId="20577"/>
          <ac:spMkLst>
            <pc:docMk/>
            <pc:sldMk cId="3830050188" sldId="260"/>
            <ac:spMk id="8" creationId="{C65BBDCF-FCE0-6C5A-993C-5E6CD07A64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A2CC8-05CF-43C8-92DE-CBF68E23B9D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9BE59-E9CA-454B-83AF-C319E8150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BE59-E9CA-454B-83AF-C319E81505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1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20" y="889821"/>
            <a:ext cx="7492181" cy="3598606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820" y="4488426"/>
            <a:ext cx="5243832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55963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02042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7" y="1709740"/>
            <a:ext cx="7974051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7" y="4589465"/>
            <a:ext cx="7974051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50333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922096"/>
            <a:ext cx="8018449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540" y="2128685"/>
            <a:ext cx="3978313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2128685"/>
            <a:ext cx="3914775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28237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17" y="929149"/>
            <a:ext cx="7980004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1681165"/>
            <a:ext cx="3961644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538" y="2505077"/>
            <a:ext cx="3961644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5"/>
            <a:ext cx="3887391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7"/>
            <a:ext cx="3887391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588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05174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62116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22" y="781665"/>
            <a:ext cx="3070199" cy="1223452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195" y="2315498"/>
            <a:ext cx="3070199" cy="355349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81128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08" y="1066802"/>
            <a:ext cx="3077573" cy="131752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1066800"/>
            <a:ext cx="4629151" cy="479425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2508" y="2552700"/>
            <a:ext cx="3077573" cy="33162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51282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48553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997974"/>
            <a:ext cx="176178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997973"/>
            <a:ext cx="630309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57063"/>
      </p:ext>
    </p:extLst>
  </p:cSld>
  <p:clrMapOvr>
    <a:masterClrMapping/>
  </p:clrMapOvr>
  <p:hf sldNum="0" hdr="0" ftr="0"/>
  <p:extLst mod="1">
    <p:ext uri="{DCECCB84-F9BA-43D5-87BE-67443E8EF086}">
      <p15:sldGuideLst xmlns=""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922096"/>
            <a:ext cx="8018449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8" y="2293127"/>
            <a:ext cx="8018449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6356352"/>
            <a:ext cx="19444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539" y="6356352"/>
            <a:ext cx="3404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6356352"/>
            <a:ext cx="504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723900"/>
            <a:ext cx="7943851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6142781"/>
            <a:ext cx="79438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6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216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4037" userDrawn="1">
          <p15:clr>
            <a:srgbClr val="F26B43"/>
          </p15:clr>
        </p15:guide>
        <p15:guide id="6" pos="284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="" xmlns:a16="http://schemas.microsoft.com/office/drawing/2014/main" id="{92CABE9E-7CFB-5887-7AA5-7A8E21AF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907" y="1430721"/>
            <a:ext cx="3091003" cy="568699"/>
          </a:xfrm>
        </p:spPr>
        <p:txBody>
          <a:bodyPr>
            <a:noAutofit/>
          </a:bodyPr>
          <a:lstStyle/>
          <a:p>
            <a:pPr algn="l"/>
            <a:r>
              <a:rPr lang="de-DE" sz="4400" b="1">
                <a:latin typeface="Segoe UI"/>
                <a:cs typeface="Segoe UI"/>
              </a:rPr>
              <a:t>WELCOME</a:t>
            </a:r>
            <a:endParaRPr lang="de-DE" sz="4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="" xmlns:a16="http://schemas.microsoft.com/office/drawing/2014/main" id="{3AF3C1E9-DF30-3317-F9E5-A7E456C6A17A}"/>
              </a:ext>
            </a:extLst>
          </p:cNvPr>
          <p:cNvSpPr txBox="1">
            <a:spLocks/>
          </p:cNvSpPr>
          <p:nvPr/>
        </p:nvSpPr>
        <p:spPr>
          <a:xfrm>
            <a:off x="2608507" y="2149001"/>
            <a:ext cx="3928460" cy="556451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400" b="1" err="1">
                <a:latin typeface="Segoe UI"/>
                <a:cs typeface="Segoe UI"/>
              </a:rPr>
              <a:t>bic</a:t>
            </a:r>
            <a:endParaRPr lang="de-DE" sz="2400" b="1">
              <a:latin typeface="Segoe UI"/>
              <a:cs typeface="Segoe UI"/>
            </a:endParaRPr>
          </a:p>
          <a:p>
            <a:pPr algn="ctr"/>
            <a:r>
              <a:rPr lang="de-DE" sz="2400" b="1">
                <a:latin typeface="Segoe UI"/>
                <a:cs typeface="Segoe UI"/>
              </a:rPr>
              <a:t>Power BI - Dashboard</a:t>
            </a:r>
          </a:p>
        </p:txBody>
      </p:sp>
      <p:sp>
        <p:nvSpPr>
          <p:cNvPr id="10" name="Textfeld 8">
            <a:extLst>
              <a:ext uri="{FF2B5EF4-FFF2-40B4-BE49-F238E27FC236}">
                <a16:creationId xmlns="" xmlns:a16="http://schemas.microsoft.com/office/drawing/2014/main" id="{E17C3B7F-902C-16D6-4D7C-54CEE9C9E25E}"/>
              </a:ext>
            </a:extLst>
          </p:cNvPr>
          <p:cNvSpPr txBox="1"/>
          <p:nvPr/>
        </p:nvSpPr>
        <p:spPr>
          <a:xfrm>
            <a:off x="2604199" y="3143461"/>
            <a:ext cx="4161565" cy="2441095"/>
          </a:xfrm>
          <a:prstGeom prst="roundRect">
            <a:avLst/>
          </a:prstGeom>
          <a:noFill/>
          <a:ln w="635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51435" tIns="25718" rIns="51435" bIns="25718" rtlCol="0" anchor="t">
            <a:spAutoFit/>
          </a:bodyPr>
          <a:lstStyle/>
          <a:p>
            <a:pPr algn="ctr"/>
            <a:r>
              <a:rPr lang="de-DE" sz="2800" b="1">
                <a:solidFill>
                  <a:srgbClr val="000000"/>
                </a:solidFill>
                <a:latin typeface="Segoe UI"/>
                <a:cs typeface="Segoe UI"/>
              </a:rPr>
              <a:t>Gruppe 4:</a:t>
            </a:r>
            <a:endParaRPr lang="de-DE" sz="2800" b="1">
              <a:latin typeface="Segoe UI"/>
              <a:cs typeface="Segoe UI"/>
            </a:endParaRPr>
          </a:p>
          <a:p>
            <a:pPr marL="0" algn="ctr" rtl="0" eaLnBrk="1" latinLnBrk="0" hangingPunct="1">
              <a:buNone/>
            </a:pP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Ines Wodarz 3436277</a:t>
            </a:r>
            <a:endParaRPr lang="de-DE" sz="2800">
              <a:latin typeface="Segoe UI"/>
              <a:cs typeface="Segoe UI"/>
            </a:endParaRPr>
          </a:p>
          <a:p>
            <a:pPr marL="0" algn="ctr" rtl="0" eaLnBrk="1" latinLnBrk="0" hangingPunct="1">
              <a:buNone/>
            </a:pP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Tung </a:t>
            </a:r>
            <a:r>
              <a:rPr lang="de-DE" sz="2800" err="1">
                <a:solidFill>
                  <a:srgbClr val="000000"/>
                </a:solidFill>
                <a:latin typeface="Segoe UI"/>
                <a:cs typeface="Segoe UI"/>
              </a:rPr>
              <a:t>Vo</a:t>
            </a: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 3230404</a:t>
            </a:r>
            <a:endParaRPr lang="de-DE" sz="2800">
              <a:latin typeface="Segoe UI"/>
              <a:cs typeface="Segoe UI"/>
            </a:endParaRPr>
          </a:p>
          <a:p>
            <a:pPr marL="0" algn="ctr" rtl="0" eaLnBrk="1" latinLnBrk="0" hangingPunct="1">
              <a:buNone/>
            </a:pP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Ngan </a:t>
            </a:r>
            <a:r>
              <a:rPr lang="de-DE" sz="2800" err="1">
                <a:solidFill>
                  <a:srgbClr val="000000"/>
                </a:solidFill>
                <a:latin typeface="Segoe UI"/>
                <a:cs typeface="Segoe UI"/>
              </a:rPr>
              <a:t>Vo</a:t>
            </a: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 3230727</a:t>
            </a:r>
            <a:endParaRPr lang="de-DE" sz="2800">
              <a:latin typeface="Segoe UI"/>
              <a:cs typeface="Segoe UI"/>
            </a:endParaRPr>
          </a:p>
          <a:p>
            <a:pPr marL="0" algn="ctr" rtl="0" eaLnBrk="1" latinLnBrk="0" hangingPunct="1"/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Max </a:t>
            </a:r>
            <a:r>
              <a:rPr lang="de-DE" sz="2800" err="1">
                <a:solidFill>
                  <a:srgbClr val="000000"/>
                </a:solidFill>
                <a:latin typeface="Segoe UI"/>
                <a:cs typeface="Segoe UI"/>
              </a:rPr>
              <a:t>Hubauer</a:t>
            </a: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 3314885</a:t>
            </a:r>
            <a:endParaRPr lang="de-DE" sz="2800">
              <a:latin typeface="Segoe UI"/>
              <a:cs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="" xmlns:a16="http://schemas.microsoft.com/office/drawing/2014/main" id="{0DBC3F24-25EB-3ED8-FF0C-C88491FB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3" y="4621581"/>
            <a:ext cx="3124283" cy="1428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="" xmlns:a16="http://schemas.microsoft.com/office/drawing/2014/main" id="{51BFD748-CB37-49A0-C7D6-85B27C6E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90" y="217401"/>
            <a:ext cx="2890823" cy="420145"/>
          </a:xfrm>
        </p:spPr>
        <p:txBody>
          <a:bodyPr>
            <a:noAutofit/>
          </a:bodyPr>
          <a:lstStyle/>
          <a:p>
            <a:pPr algn="l"/>
            <a:r>
              <a:rPr lang="de-DE" sz="3200" b="1" err="1">
                <a:latin typeface="Segoe UI"/>
                <a:cs typeface="Segoe UI"/>
              </a:rPr>
              <a:t>Overview</a:t>
            </a:r>
            <a:endParaRPr lang="de-DE" sz="3200" b="1">
              <a:latin typeface="Segoe UI"/>
              <a:cs typeface="Segoe UI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="" xmlns:a16="http://schemas.microsoft.com/office/drawing/2014/main" id="{521D5070-84E7-4DC6-1D87-9F484C1451A4}"/>
              </a:ext>
            </a:extLst>
          </p:cNvPr>
          <p:cNvSpPr txBox="1"/>
          <p:nvPr/>
        </p:nvSpPr>
        <p:spPr>
          <a:xfrm>
            <a:off x="573154" y="927561"/>
            <a:ext cx="4596871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Stabile </a:t>
            </a:r>
            <a:r>
              <a:rPr lang="en-US" sz="1600" b="1" err="1">
                <a:latin typeface="Segoe UI"/>
                <a:ea typeface="+mn-lt"/>
                <a:cs typeface="+mn-lt"/>
              </a:rPr>
              <a:t>Geschäftslage</a:t>
            </a:r>
            <a:r>
              <a:rPr lang="en-US" sz="1600">
                <a:latin typeface="Segoe UI"/>
                <a:ea typeface="+mn-lt"/>
                <a:cs typeface="+mn-lt"/>
              </a:rPr>
              <a:t>, </a:t>
            </a:r>
            <a:r>
              <a:rPr lang="en-US" sz="1600" err="1">
                <a:latin typeface="Segoe UI"/>
                <a:ea typeface="+mn-lt"/>
                <a:cs typeface="+mn-lt"/>
              </a:rPr>
              <a:t>jedoch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zeichnen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sich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mittelfristig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rückläufige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Entwicklungen</a:t>
            </a:r>
            <a:r>
              <a:rPr lang="en-US" sz="1600">
                <a:latin typeface="Segoe UI"/>
                <a:ea typeface="+mn-lt"/>
                <a:cs typeface="+mn-lt"/>
              </a:rPr>
              <a:t> ab</a:t>
            </a:r>
            <a:endParaRPr lang="en-US" sz="1600">
              <a:latin typeface="Segoe UI"/>
              <a:ea typeface="+mn-lt"/>
              <a:cs typeface="Segoe UI"/>
            </a:endParaRPr>
          </a:p>
          <a:p>
            <a:r>
              <a:rPr lang="en-US" sz="1600">
                <a:latin typeface="Segoe UI"/>
                <a:cs typeface="Segoe UI"/>
              </a:rPr>
              <a:t>→ </a:t>
            </a:r>
            <a:r>
              <a:rPr lang="en-US" sz="1600" err="1">
                <a:latin typeface="Segoe UI"/>
                <a:cs typeface="Segoe UI"/>
              </a:rPr>
              <a:t>frühzeitiges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Gegensteuern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notwendig</a:t>
            </a:r>
            <a:r>
              <a:rPr lang="en-US" sz="1600">
                <a:latin typeface="Segoe UI"/>
                <a:cs typeface="Segoe UI"/>
              </a:rPr>
              <a:t> </a:t>
            </a:r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="" xmlns:a16="http://schemas.microsoft.com/office/drawing/2014/main" id="{2544F8DE-6157-17E5-C9B9-412E542FF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921" y="921040"/>
            <a:ext cx="3113567" cy="16285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feld 5">
            <a:extLst>
              <a:ext uri="{FF2B5EF4-FFF2-40B4-BE49-F238E27FC236}">
                <a16:creationId xmlns="" xmlns:a16="http://schemas.microsoft.com/office/drawing/2014/main" id="{6FFC2B0D-E660-8F46-4508-D1F61F160AF2}"/>
              </a:ext>
            </a:extLst>
          </p:cNvPr>
          <p:cNvSpPr txBox="1"/>
          <p:nvPr/>
        </p:nvSpPr>
        <p:spPr>
          <a:xfrm>
            <a:off x="571896" y="5256025"/>
            <a:ext cx="3036205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 err="1">
                <a:latin typeface="Segoe UI"/>
                <a:ea typeface="+mn-lt"/>
                <a:cs typeface="+mn-lt"/>
              </a:rPr>
              <a:t>Globale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Kundenverteilung</a:t>
            </a:r>
            <a:endParaRPr lang="en-US" sz="1600" b="1">
              <a:latin typeface="Segoe UI"/>
              <a:ea typeface="+mn-lt"/>
              <a:cs typeface="+mn-lt"/>
            </a:endParaRPr>
          </a:p>
          <a:p>
            <a:r>
              <a:rPr lang="en-US" sz="1600">
                <a:latin typeface="Segoe UI"/>
                <a:ea typeface="+mn-lt"/>
                <a:cs typeface="Segoe UI"/>
              </a:rPr>
              <a:t>→</a:t>
            </a:r>
            <a:r>
              <a:rPr lang="en-US" sz="1600">
                <a:latin typeface="Segoe UI"/>
                <a:ea typeface="+mn-lt"/>
                <a:cs typeface="+mn-lt"/>
              </a:rPr>
              <a:t> </a:t>
            </a:r>
            <a:r>
              <a:rPr lang="en-US" sz="1600" err="1">
                <a:latin typeface="Segoe UI"/>
                <a:ea typeface="+mn-lt"/>
                <a:cs typeface="+mn-lt"/>
              </a:rPr>
              <a:t>Marktoffensiven</a:t>
            </a:r>
            <a:r>
              <a:rPr lang="en-US" sz="1600">
                <a:latin typeface="Segoe UI"/>
                <a:ea typeface="+mn-lt"/>
                <a:cs typeface="+mn-lt"/>
              </a:rPr>
              <a:t> und </a:t>
            </a:r>
            <a:r>
              <a:rPr lang="en-US" sz="1600" err="1">
                <a:latin typeface="Segoe UI"/>
                <a:ea typeface="+mn-lt"/>
                <a:cs typeface="+mn-lt"/>
              </a:rPr>
              <a:t>Skaleneffekte</a:t>
            </a:r>
            <a:endParaRPr lang="en-US" sz="1600">
              <a:latin typeface="Segoe UI"/>
              <a:ea typeface="+mn-lt"/>
              <a:cs typeface="+mn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="" xmlns:a16="http://schemas.microsoft.com/office/drawing/2014/main" id="{9CC17867-61B3-D2C4-CA1F-0B15860DF236}"/>
              </a:ext>
            </a:extLst>
          </p:cNvPr>
          <p:cNvSpPr txBox="1"/>
          <p:nvPr/>
        </p:nvSpPr>
        <p:spPr>
          <a:xfrm>
            <a:off x="567649" y="1900879"/>
            <a:ext cx="4002144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 err="1">
                <a:latin typeface="Segoe UI"/>
                <a:ea typeface="+mn-lt"/>
                <a:cs typeface="+mn-lt"/>
              </a:rPr>
              <a:t>Ergebnisqualität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solide</a:t>
            </a:r>
            <a:r>
              <a:rPr lang="en-US" sz="1600">
                <a:latin typeface="Segoe UI"/>
                <a:ea typeface="+mn-lt"/>
                <a:cs typeface="+mn-lt"/>
              </a:rPr>
              <a:t>, </a:t>
            </a:r>
            <a:r>
              <a:rPr lang="en-US" sz="1600" err="1">
                <a:latin typeface="Segoe UI"/>
                <a:ea typeface="+mn-lt"/>
                <a:cs typeface="+mn-lt"/>
              </a:rPr>
              <a:t>aber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durch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hohe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Materialkosten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limitiert</a:t>
            </a:r>
            <a:endParaRPr lang="en-US" sz="1600"/>
          </a:p>
          <a:p>
            <a:r>
              <a:rPr lang="en-US" sz="1600">
                <a:latin typeface="Segoe UI"/>
                <a:cs typeface="Segoe UI"/>
              </a:rPr>
              <a:t>→ </a:t>
            </a:r>
            <a:r>
              <a:rPr lang="en-US" sz="1600" err="1">
                <a:latin typeface="Segoe UI"/>
                <a:cs typeface="Segoe UI"/>
              </a:rPr>
              <a:t>Effizienzpotenziale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vorhanden</a:t>
            </a:r>
            <a:endParaRPr lang="en-US" sz="1600">
              <a:latin typeface="Segoe UI"/>
              <a:cs typeface="Segoe UI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="" xmlns:a16="http://schemas.microsoft.com/office/drawing/2014/main" id="{2F2E53B0-E567-15A3-B98A-9B87B321F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957" y="2727056"/>
            <a:ext cx="1899099" cy="17400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feld 11">
            <a:extLst>
              <a:ext uri="{FF2B5EF4-FFF2-40B4-BE49-F238E27FC236}">
                <a16:creationId xmlns="" xmlns:a16="http://schemas.microsoft.com/office/drawing/2014/main" id="{181ACDE8-4BBD-3520-B2CC-EC7568F74FF8}"/>
              </a:ext>
            </a:extLst>
          </p:cNvPr>
          <p:cNvSpPr txBox="1"/>
          <p:nvPr/>
        </p:nvSpPr>
        <p:spPr>
          <a:xfrm>
            <a:off x="5056156" y="3603600"/>
            <a:ext cx="4075221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Europa </a:t>
            </a:r>
            <a:r>
              <a:rPr lang="en-US" sz="1600" err="1">
                <a:latin typeface="Segoe UI"/>
                <a:ea typeface="+mn-lt"/>
                <a:cs typeface="+mn-lt"/>
              </a:rPr>
              <a:t>bleibt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Kernmarkt</a:t>
            </a:r>
            <a:r>
              <a:rPr lang="en-US" sz="1600">
                <a:latin typeface="Segoe UI"/>
                <a:ea typeface="+mn-lt"/>
                <a:cs typeface="+mn-lt"/>
              </a:rPr>
              <a:t>, </a:t>
            </a:r>
            <a:r>
              <a:rPr lang="en-US" sz="1600" b="1" err="1">
                <a:latin typeface="Segoe UI"/>
                <a:ea typeface="+mn-lt"/>
                <a:cs typeface="+mn-lt"/>
              </a:rPr>
              <a:t>Asien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mit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>
                <a:latin typeface="Segoe UI"/>
                <a:ea typeface="+mn-lt"/>
                <a:cs typeface="+mn-lt"/>
              </a:rPr>
              <a:t>starker Dynamik</a:t>
            </a:r>
          </a:p>
          <a:p>
            <a:r>
              <a:rPr lang="en-US" sz="1600">
                <a:latin typeface="Segoe UI"/>
                <a:ea typeface="+mn-lt"/>
                <a:cs typeface="Segoe UI"/>
              </a:rPr>
              <a:t>→</a:t>
            </a:r>
            <a:r>
              <a:rPr lang="en-US" sz="1600">
                <a:latin typeface="Segoe UI"/>
                <a:ea typeface="+mn-lt"/>
                <a:cs typeface="+mn-lt"/>
              </a:rPr>
              <a:t> </a:t>
            </a:r>
            <a:r>
              <a:rPr lang="en-US" sz="1600" err="1">
                <a:latin typeface="Segoe UI"/>
                <a:ea typeface="+mn-lt"/>
                <a:cs typeface="+mn-lt"/>
              </a:rPr>
              <a:t>Wachstumsperspektiven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gezielt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nutzen</a:t>
            </a:r>
            <a:endParaRPr lang="en-US" sz="1600">
              <a:latin typeface="Segoe UI"/>
              <a:ea typeface="+mn-lt"/>
              <a:cs typeface="+mn-lt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="" xmlns:a16="http://schemas.microsoft.com/office/drawing/2014/main" id="{B9A007F2-6131-DCB6-2E6D-196A9C68E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377" y="2772962"/>
            <a:ext cx="2235139" cy="166082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6" name="Textfeld 15">
            <a:extLst>
              <a:ext uri="{FF2B5EF4-FFF2-40B4-BE49-F238E27FC236}">
                <a16:creationId xmlns="" xmlns:a16="http://schemas.microsoft.com/office/drawing/2014/main" id="{CC291886-3F0B-31A3-1DCC-56769932DA7F}"/>
              </a:ext>
            </a:extLst>
          </p:cNvPr>
          <p:cNvSpPr txBox="1"/>
          <p:nvPr/>
        </p:nvSpPr>
        <p:spPr>
          <a:xfrm>
            <a:off x="5056153" y="2700654"/>
            <a:ext cx="3914465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Elektronik </a:t>
            </a:r>
            <a:r>
              <a:rPr lang="en-US" sz="1600" b="1" err="1">
                <a:latin typeface="Segoe UI"/>
                <a:ea typeface="+mn-lt"/>
                <a:cs typeface="+mn-lt"/>
              </a:rPr>
              <a:t>als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Hauptumsatzträger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</a:p>
          <a:p>
            <a:r>
              <a:rPr lang="en-US" sz="1600">
                <a:latin typeface="Segoe UI"/>
                <a:ea typeface="+mn-lt"/>
                <a:cs typeface="Segoe UI"/>
              </a:rPr>
              <a:t>→ </a:t>
            </a:r>
            <a:r>
              <a:rPr lang="en-US" sz="1600" err="1">
                <a:latin typeface="Segoe UI"/>
                <a:ea typeface="+mn-lt"/>
                <a:cs typeface="+mn-lt"/>
              </a:rPr>
              <a:t>Fokussierung</a:t>
            </a:r>
            <a:r>
              <a:rPr lang="en-US" sz="1600">
                <a:latin typeface="Segoe UI"/>
                <a:ea typeface="+mn-lt"/>
                <a:cs typeface="+mn-lt"/>
              </a:rPr>
              <a:t> auf innovative, </a:t>
            </a:r>
            <a:r>
              <a:rPr lang="en-US" sz="1600" err="1">
                <a:latin typeface="Segoe UI"/>
                <a:ea typeface="+mn-lt"/>
                <a:cs typeface="+mn-lt"/>
              </a:rPr>
              <a:t>margenstarke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Bereiche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empfehlenswert</a:t>
            </a:r>
            <a:endParaRPr lang="en-US" sz="1600">
              <a:latin typeface="Segoe UI"/>
              <a:ea typeface="+mn-lt"/>
              <a:cs typeface="+mn-lt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="" xmlns:a16="http://schemas.microsoft.com/office/drawing/2014/main" id="{189A6025-DF73-3ACF-23D7-CCF37540E910}"/>
              </a:ext>
            </a:extLst>
          </p:cNvPr>
          <p:cNvSpPr txBox="1"/>
          <p:nvPr/>
        </p:nvSpPr>
        <p:spPr>
          <a:xfrm>
            <a:off x="563439" y="4462883"/>
            <a:ext cx="3028916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Starke </a:t>
            </a:r>
            <a:r>
              <a:rPr lang="en-US" sz="1600" b="1" err="1">
                <a:latin typeface="Segoe UI"/>
                <a:ea typeface="+mn-lt"/>
                <a:cs typeface="+mn-lt"/>
              </a:rPr>
              <a:t>Abhängigkeit</a:t>
            </a:r>
            <a:r>
              <a:rPr lang="en-US" sz="1600">
                <a:latin typeface="Segoe UI"/>
                <a:ea typeface="+mn-lt"/>
                <a:cs typeface="+mn-lt"/>
              </a:rPr>
              <a:t> von </a:t>
            </a:r>
            <a:r>
              <a:rPr lang="en-US" sz="1600" b="1" err="1">
                <a:latin typeface="Segoe UI"/>
                <a:ea typeface="+mn-lt"/>
                <a:cs typeface="+mn-lt"/>
              </a:rPr>
              <a:t>wenigen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Großkunden</a:t>
            </a:r>
            <a:endParaRPr lang="en-US" sz="1600" b="1">
              <a:latin typeface="Segoe UI"/>
              <a:ea typeface="+mn-lt"/>
              <a:cs typeface="+mn-lt"/>
            </a:endParaRPr>
          </a:p>
          <a:p>
            <a:r>
              <a:rPr lang="en-US" sz="1600">
                <a:latin typeface="Segoe UI"/>
                <a:ea typeface="+mn-lt"/>
                <a:cs typeface="Segoe UI"/>
              </a:rPr>
              <a:t>→</a:t>
            </a:r>
            <a:r>
              <a:rPr lang="en-US" sz="1600">
                <a:latin typeface="Segoe UI"/>
                <a:ea typeface="+mn-lt"/>
                <a:cs typeface="+mn-lt"/>
              </a:rPr>
              <a:t> </a:t>
            </a:r>
            <a:r>
              <a:rPr lang="en-US" sz="1600" err="1">
                <a:latin typeface="Segoe UI"/>
                <a:ea typeface="+mn-lt"/>
                <a:cs typeface="+mn-lt"/>
              </a:rPr>
              <a:t>Diversifizierung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="" xmlns:a16="http://schemas.microsoft.com/office/drawing/2014/main" id="{B5C06DAA-3250-A0BC-FD12-88C1DD02A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0407" y="4621431"/>
            <a:ext cx="1884883" cy="14277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995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190" y="144552"/>
            <a:ext cx="5898407" cy="5655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/>
              <a:t> </a:t>
            </a:r>
            <a:r>
              <a:rPr lang="en-US" sz="3200" b="1" err="1">
                <a:latin typeface="Segoe UI"/>
                <a:cs typeface="Segoe UI"/>
              </a:rPr>
              <a:t>Organisationseinheiten</a:t>
            </a:r>
            <a:endParaRPr lang="en-US" sz="3200" err="1">
              <a:latin typeface="Segoe UI"/>
              <a:ea typeface="Calibri"/>
              <a:cs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3762" y="1151534"/>
            <a:ext cx="4396029" cy="4853253"/>
          </a:xfrm>
          <a:prstGeom prst="rect">
            <a:avLst/>
          </a:prstGeom>
          <a:noFill/>
        </p:spPr>
        <p:txBody>
          <a:bodyPr wrap="square" lIns="51435" tIns="25718" rIns="51435" bIns="25718" anchor="t">
            <a:spAutoFit/>
          </a:bodyPr>
          <a:lstStyle/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Umsatz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- und EBIT-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Verteilung</a:t>
            </a:r>
            <a:r>
              <a:rPr lang="en-US" sz="1200" b="1" dirty="0">
                <a:latin typeface="Segoe UI"/>
                <a:ea typeface="+mn-lt"/>
                <a:cs typeface="+mn-lt"/>
              </a:rPr>
              <a:t/>
            </a:r>
            <a:br>
              <a:rPr lang="en-US" sz="1200" b="1" dirty="0"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Electronics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ist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ca. 12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b="1" dirty="0">
                <a:latin typeface="Segoe UI"/>
                <a:ea typeface="+mn-lt"/>
                <a:cs typeface="+mn-lt"/>
              </a:rPr>
              <a:t>1,5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EBIT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Abstand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stärkste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Organisationseinheit</a:t>
            </a:r>
            <a:r>
              <a:rPr lang="en-US" sz="1200" dirty="0">
                <a:latin typeface="Segoe UI"/>
                <a:ea typeface="+mn-lt"/>
                <a:cs typeface="+mn-lt"/>
              </a:rPr>
              <a:t>. Battery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folgt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rund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7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b="1" dirty="0">
                <a:latin typeface="Segoe UI"/>
                <a:ea typeface="+mn-lt"/>
                <a:cs typeface="+mn-lt"/>
              </a:rPr>
              <a:t>0,75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EBIT</a:t>
            </a:r>
            <a:r>
              <a:rPr lang="en-US" sz="1200" dirty="0">
                <a:latin typeface="Segoe UI"/>
                <a:ea typeface="+mn-lt"/>
                <a:cs typeface="+mn-lt"/>
              </a:rPr>
              <a:t>. Mechanics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erreicht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bei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5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nur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knapp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0,2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EBIT</a:t>
            </a:r>
            <a:r>
              <a:rPr lang="en-US" sz="1200" dirty="0">
                <a:latin typeface="Segoe UI"/>
                <a:ea typeface="+mn-lt"/>
                <a:cs typeface="+mn-lt"/>
              </a:rPr>
              <a:t>, was auf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eine</a:t>
            </a:r>
            <a:r>
              <a:rPr lang="en-US" sz="1200" dirty="0">
                <a:latin typeface="Segoe UI"/>
                <a:ea typeface="+mn-lt"/>
                <a:cs typeface="+mn-lt"/>
              </a:rPr>
              <a:t> EBIT-Marge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unter</a:t>
            </a:r>
            <a:r>
              <a:rPr lang="en-US" sz="1200" dirty="0">
                <a:latin typeface="Segoe UI"/>
                <a:ea typeface="+mn-lt"/>
                <a:cs typeface="+mn-lt"/>
              </a:rPr>
              <a:t> 5 %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hinweist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ea typeface="Calibri"/>
              <a:cs typeface="Segoe UI"/>
            </a:endParaRPr>
          </a:p>
          <a:p>
            <a:pPr marL="228600" indent="-228600">
              <a:buAutoNum type="arabicPeriod"/>
              <a:defRPr sz="1800"/>
            </a:pPr>
            <a:endParaRPr lang="en-US" sz="1200" dirty="0">
              <a:solidFill>
                <a:srgbClr val="0070C0"/>
              </a:solidFill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Materialkosten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Bereich</a:t>
            </a:r>
            <a:r>
              <a:rPr lang="en-US" sz="1200" b="1" u="sng" dirty="0">
                <a:latin typeface="Segoe UI"/>
                <a:ea typeface="+mn-lt"/>
                <a:cs typeface="+mn-lt"/>
              </a:rPr>
              <a:t/>
            </a:r>
            <a:br>
              <a:rPr lang="en-US" sz="1200" b="1" u="sng" dirty="0"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Electronics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verursacht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über</a:t>
            </a:r>
            <a:r>
              <a:rPr lang="en-US" sz="1200" b="1" dirty="0">
                <a:latin typeface="Segoe UI"/>
                <a:ea typeface="+mn-lt"/>
                <a:cs typeface="+mn-lt"/>
              </a:rPr>
              <a:t> 60 %</a:t>
            </a:r>
            <a:r>
              <a:rPr lang="en-US" sz="1200" dirty="0">
                <a:latin typeface="Segoe UI"/>
                <a:ea typeface="+mn-lt"/>
                <a:cs typeface="+mn-lt"/>
              </a:rPr>
              <a:t> den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Großteil</a:t>
            </a:r>
            <a:r>
              <a:rPr lang="en-US" sz="1200" dirty="0">
                <a:latin typeface="Segoe UI"/>
                <a:ea typeface="+mn-lt"/>
                <a:cs typeface="+mn-lt"/>
              </a:rPr>
              <a:t> der  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Materialkosten</a:t>
            </a:r>
            <a:r>
              <a:rPr lang="en-US" sz="1200" dirty="0">
                <a:latin typeface="Segoe UI"/>
                <a:ea typeface="+mn-lt"/>
                <a:cs typeface="+mn-lt"/>
              </a:rPr>
              <a:t> (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Volumen</a:t>
            </a:r>
            <a:r>
              <a:rPr lang="en-US" sz="1200" dirty="0">
                <a:latin typeface="Segoe UI"/>
                <a:ea typeface="+mn-lt"/>
                <a:cs typeface="+mn-lt"/>
              </a:rPr>
              <a:t> ca. </a:t>
            </a:r>
            <a:r>
              <a:rPr lang="en-US" sz="1200" b="1" dirty="0">
                <a:latin typeface="Segoe UI"/>
                <a:ea typeface="+mn-lt"/>
                <a:cs typeface="+mn-lt"/>
              </a:rPr>
              <a:t>0,22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</a:t>
            </a:r>
            <a:r>
              <a:rPr lang="en-US" sz="1200" dirty="0">
                <a:latin typeface="Segoe UI"/>
                <a:ea typeface="+mn-lt"/>
                <a:cs typeface="+mn-lt"/>
              </a:rPr>
              <a:t>), was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durch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hohe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Komplexität</a:t>
            </a:r>
            <a:r>
              <a:rPr lang="en-US" sz="1200" dirty="0">
                <a:latin typeface="Segoe UI"/>
                <a:ea typeface="+mn-lt"/>
                <a:cs typeface="+mn-lt"/>
              </a:rPr>
              <a:t> und Output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erklärt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wird</a:t>
            </a:r>
            <a:r>
              <a:rPr lang="en-US" sz="1200" dirty="0">
                <a:latin typeface="Segoe UI"/>
                <a:ea typeface="+mn-lt"/>
                <a:cs typeface="+mn-lt"/>
              </a:rPr>
              <a:t>. Mechanics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liegt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bei</a:t>
            </a:r>
            <a:r>
              <a:rPr lang="en-US" sz="1200" dirty="0">
                <a:latin typeface="Segoe UI"/>
                <a:ea typeface="+mn-lt"/>
                <a:cs typeface="+mn-lt"/>
              </a:rPr>
              <a:t> ca. </a:t>
            </a:r>
            <a:r>
              <a:rPr lang="en-US" sz="1200" b="1" dirty="0">
                <a:latin typeface="Segoe UI"/>
                <a:ea typeface="+mn-lt"/>
                <a:cs typeface="+mn-lt"/>
              </a:rPr>
              <a:t>30 %</a:t>
            </a:r>
            <a:r>
              <a:rPr lang="en-US" sz="1200" dirty="0">
                <a:latin typeface="Segoe UI"/>
                <a:ea typeface="+mn-lt"/>
                <a:cs typeface="+mn-lt"/>
              </a:rPr>
              <a:t>, Battery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bei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rund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10 %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  <a:p>
            <a:pPr marL="228600" indent="-228600">
              <a:buAutoNum type="arabicPeriod"/>
              <a:defRPr sz="1800"/>
            </a:pPr>
            <a:endParaRPr lang="en-US" sz="1200" u="sng" dirty="0"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Entwicklung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Umsatzverläufe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/>
            </a:r>
            <a:b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Der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Umsatzverlauf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zeigt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einen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typischen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Projektlebenszyklus</a:t>
            </a:r>
            <a:r>
              <a:rPr lang="en-US" sz="1200" b="1" dirty="0">
                <a:latin typeface="Segoe UI"/>
                <a:ea typeface="+mn-lt"/>
                <a:cs typeface="+mn-lt"/>
              </a:rPr>
              <a:t>: starker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Anstieg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bis</a:t>
            </a:r>
            <a:r>
              <a:rPr lang="en-US" sz="1200" b="1" dirty="0">
                <a:latin typeface="Segoe UI"/>
                <a:ea typeface="+mn-lt"/>
                <a:cs typeface="+mn-lt"/>
              </a:rPr>
              <a:t> 2029</a:t>
            </a:r>
            <a:r>
              <a:rPr lang="en-US" sz="1200" dirty="0">
                <a:latin typeface="Segoe UI"/>
                <a:ea typeface="+mn-lt"/>
                <a:cs typeface="+mn-lt"/>
              </a:rPr>
              <a:t>,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gefolgt</a:t>
            </a:r>
            <a:r>
              <a:rPr lang="en-US" sz="1200" dirty="0">
                <a:latin typeface="Segoe UI"/>
                <a:ea typeface="+mn-lt"/>
                <a:cs typeface="+mn-lt"/>
              </a:rPr>
              <a:t> von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einem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signifikanten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Rückgang</a:t>
            </a:r>
            <a:r>
              <a:rPr lang="en-US" sz="1200" dirty="0">
                <a:latin typeface="Segoe UI"/>
                <a:ea typeface="+mn-lt"/>
                <a:cs typeface="+mn-lt"/>
              </a:rPr>
              <a:t>.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Ab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2030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endet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Serienproduktion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bestehender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Projekte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vollständig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  <a:p>
            <a:pPr marL="228600" indent="-228600">
              <a:buAutoNum type="arabicPeriod"/>
              <a:defRPr sz="1800"/>
            </a:pPr>
            <a:endParaRPr lang="en-US" sz="1200" dirty="0"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Strategischer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Fokus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auf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Zukunftsprojekte</a:t>
            </a:r>
            <a:r>
              <a:rPr lang="en-US" sz="1200" b="1" u="sng" dirty="0">
                <a:latin typeface="Segoe UI"/>
                <a:ea typeface="+mn-lt"/>
                <a:cs typeface="+mn-lt"/>
              </a:rPr>
              <a:t/>
            </a:r>
            <a:br>
              <a:rPr lang="en-US" sz="1200" b="1" u="sng" dirty="0"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Um den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drohenden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Umsatzverlust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zu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kompensieren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,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ist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die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Ausrichtung</a:t>
            </a:r>
            <a:r>
              <a:rPr lang="en-US" sz="1200" b="1" dirty="0">
                <a:latin typeface="Segoe UI"/>
                <a:ea typeface="+mn-lt"/>
                <a:cs typeface="+mn-lt"/>
              </a:rPr>
              <a:t> auf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neue</a:t>
            </a:r>
            <a:r>
              <a:rPr lang="en-US" sz="1200" b="1" dirty="0">
                <a:latin typeface="Segoe UI"/>
                <a:ea typeface="+mn-lt"/>
                <a:cs typeface="+mn-lt"/>
              </a:rPr>
              <a:t> OEM-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Aufträge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essenziell</a:t>
            </a:r>
            <a:r>
              <a:rPr lang="en-US" sz="1200" dirty="0">
                <a:latin typeface="Segoe UI"/>
                <a:ea typeface="+mn-lt"/>
                <a:cs typeface="+mn-lt"/>
              </a:rPr>
              <a:t>. </a:t>
            </a:r>
            <a:r>
              <a:rPr lang="en-US" sz="1200" b="1" dirty="0">
                <a:latin typeface="Segoe UI"/>
                <a:ea typeface="+mn-lt"/>
                <a:cs typeface="+mn-lt"/>
              </a:rPr>
              <a:t>Innovation und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Technologieführerschaft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sind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entscheidend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für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langfristiges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Wachstum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Wettbewerbsfähigkeit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  <a:p>
            <a:pPr marL="389255" indent="-228600">
              <a:buAutoNum type="arabicPeriod"/>
              <a:defRPr sz="1800"/>
            </a:pPr>
            <a:endParaRPr lang="en-US" sz="1200" dirty="0">
              <a:latin typeface="Segoe UI"/>
              <a:ea typeface="Calibri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4064CF8-E479-11A2-5AA2-AD65A5A6CB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61" b="403"/>
          <a:stretch>
            <a:fillRect/>
          </a:stretch>
        </p:blipFill>
        <p:spPr>
          <a:xfrm>
            <a:off x="91114" y="1183793"/>
            <a:ext cx="4402263" cy="10659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4E14C46-C1B6-1E55-B7F4-C2B4F297B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917" y="4334711"/>
            <a:ext cx="1545751" cy="14761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4125E26-0AC5-DCF8-3ADC-0DACFAA050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92"/>
          <a:stretch>
            <a:fillRect/>
          </a:stretch>
        </p:blipFill>
        <p:spPr>
          <a:xfrm>
            <a:off x="1298751" y="2719853"/>
            <a:ext cx="2293405" cy="11146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1231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1FED5E9E-BF09-0CC0-54F7-FE5E0065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="" xmlns:a16="http://schemas.microsoft.com/office/drawing/2014/main" id="{FFF528C0-DEAB-F5E0-9C66-1BE48837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62" y="206356"/>
            <a:ext cx="3128257" cy="320754"/>
          </a:xfrm>
        </p:spPr>
        <p:txBody>
          <a:bodyPr>
            <a:noAutofit/>
          </a:bodyPr>
          <a:lstStyle/>
          <a:p>
            <a:pPr algn="l"/>
            <a:r>
              <a:rPr lang="de-DE" sz="3200" b="1" dirty="0">
                <a:latin typeface="Segoe UI"/>
                <a:cs typeface="Segoe UI"/>
              </a:rPr>
              <a:t>MAterial</a:t>
            </a:r>
            <a:endParaRPr lang="de-DE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D97D492-A22A-28EF-828F-658442134565}"/>
              </a:ext>
            </a:extLst>
          </p:cNvPr>
          <p:cNvSpPr txBox="1"/>
          <p:nvPr/>
        </p:nvSpPr>
        <p:spPr>
          <a:xfrm>
            <a:off x="4155318" y="919131"/>
            <a:ext cx="4694095" cy="5366164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/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Hauptverursacher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von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Materialkosten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Die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Organisationseinheit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Electronics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ist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mit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über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Hälfte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Materialkosten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größte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Kostentreiber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–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bedingt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durch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aufwendige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Fertigungsprozesse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und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hohen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Produktionsoutput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Regionale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Verteilung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der Kosten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latin typeface="Segoe UI"/>
                <a:ea typeface="+mn-lt"/>
                <a:cs typeface="+mn-lt"/>
              </a:rPr>
              <a:t>Die </a:t>
            </a:r>
            <a:r>
              <a:rPr lang="en-US" sz="1200" b="1" err="1">
                <a:latin typeface="Segoe UI"/>
                <a:ea typeface="+mn-lt"/>
                <a:cs typeface="+mn-lt"/>
              </a:rPr>
              <a:t>höchsten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Materialkosten</a:t>
            </a:r>
            <a:r>
              <a:rPr lang="en-US" sz="1200" b="1">
                <a:latin typeface="Segoe UI"/>
                <a:ea typeface="+mn-lt"/>
                <a:cs typeface="+mn-lt"/>
              </a:rPr>
              <a:t> fallen in </a:t>
            </a:r>
            <a:r>
              <a:rPr lang="en-US" sz="1200" b="1" err="1">
                <a:latin typeface="Segoe UI"/>
                <a:ea typeface="+mn-lt"/>
                <a:cs typeface="+mn-lt"/>
              </a:rPr>
              <a:t>Asien</a:t>
            </a:r>
            <a:r>
              <a:rPr lang="en-US" sz="1200">
                <a:latin typeface="Segoe UI"/>
                <a:ea typeface="+mn-lt"/>
                <a:cs typeface="+mn-lt"/>
              </a:rPr>
              <a:t> an (ca. </a:t>
            </a:r>
            <a:r>
              <a:rPr lang="en-US" sz="1200" b="1">
                <a:latin typeface="Segoe UI"/>
                <a:ea typeface="+mn-lt"/>
                <a:cs typeface="+mn-lt"/>
              </a:rPr>
              <a:t>50 %</a:t>
            </a:r>
            <a:r>
              <a:rPr lang="en-US" sz="1200">
                <a:latin typeface="Segoe UI"/>
                <a:ea typeface="+mn-lt"/>
                <a:cs typeface="+mn-lt"/>
              </a:rPr>
              <a:t>), </a:t>
            </a:r>
            <a:r>
              <a:rPr lang="en-US" sz="1200" err="1">
                <a:latin typeface="Segoe UI"/>
                <a:ea typeface="+mn-lt"/>
                <a:cs typeface="+mn-lt"/>
              </a:rPr>
              <a:t>gefolgt</a:t>
            </a:r>
            <a:r>
              <a:rPr lang="en-US" sz="1200">
                <a:latin typeface="Segoe UI"/>
                <a:ea typeface="+mn-lt"/>
                <a:cs typeface="+mn-lt"/>
              </a:rPr>
              <a:t> von </a:t>
            </a:r>
            <a:r>
              <a:rPr lang="en-US" sz="1200" b="1">
                <a:latin typeface="Segoe UI"/>
                <a:ea typeface="+mn-lt"/>
                <a:cs typeface="+mn-lt"/>
              </a:rPr>
              <a:t>Europa</a:t>
            </a:r>
            <a:r>
              <a:rPr lang="en-US" sz="1200">
                <a:latin typeface="Segoe UI"/>
                <a:ea typeface="+mn-lt"/>
                <a:cs typeface="+mn-lt"/>
              </a:rPr>
              <a:t> (ca. </a:t>
            </a:r>
            <a:r>
              <a:rPr lang="en-US" sz="1200" b="1">
                <a:latin typeface="Segoe UI"/>
                <a:ea typeface="+mn-lt"/>
                <a:cs typeface="+mn-lt"/>
              </a:rPr>
              <a:t>30 %</a:t>
            </a:r>
            <a:r>
              <a:rPr lang="en-US" sz="1200">
                <a:latin typeface="Segoe UI"/>
                <a:ea typeface="+mn-lt"/>
                <a:cs typeface="+mn-lt"/>
              </a:rPr>
              <a:t>) und </a:t>
            </a:r>
            <a:r>
              <a:rPr lang="en-US" sz="1200" b="1">
                <a:latin typeface="Segoe UI"/>
                <a:ea typeface="+mn-lt"/>
                <a:cs typeface="+mn-lt"/>
              </a:rPr>
              <a:t>Amerika</a:t>
            </a:r>
            <a:r>
              <a:rPr lang="en-US" sz="1200">
                <a:latin typeface="Segoe UI"/>
                <a:ea typeface="+mn-lt"/>
                <a:cs typeface="+mn-lt"/>
              </a:rPr>
              <a:t> (ca. </a:t>
            </a:r>
            <a:r>
              <a:rPr lang="en-US" sz="1200" b="1">
                <a:latin typeface="Segoe UI"/>
                <a:ea typeface="+mn-lt"/>
                <a:cs typeface="+mn-lt"/>
              </a:rPr>
              <a:t>20 %</a:t>
            </a:r>
            <a:r>
              <a:rPr lang="en-US" sz="1200">
                <a:latin typeface="Segoe UI"/>
                <a:ea typeface="+mn-lt"/>
                <a:cs typeface="+mn-lt"/>
              </a:rPr>
              <a:t>). Dies </a:t>
            </a:r>
            <a:r>
              <a:rPr lang="en-US" sz="1200" err="1">
                <a:latin typeface="Segoe UI"/>
                <a:ea typeface="+mn-lt"/>
                <a:cs typeface="+mn-lt"/>
              </a:rPr>
              <a:t>bietet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Potenzial</a:t>
            </a:r>
            <a:r>
              <a:rPr lang="en-US" sz="1200">
                <a:latin typeface="Segoe UI"/>
                <a:ea typeface="+mn-lt"/>
                <a:cs typeface="+mn-lt"/>
              </a:rPr>
              <a:t> für </a:t>
            </a:r>
            <a:r>
              <a:rPr lang="en-US" sz="1200" err="1">
                <a:latin typeface="Segoe UI"/>
                <a:ea typeface="+mn-lt"/>
                <a:cs typeface="+mn-lt"/>
              </a:rPr>
              <a:t>Verlagerung</a:t>
            </a:r>
            <a:r>
              <a:rPr lang="en-US" sz="1200">
                <a:latin typeface="Segoe UI"/>
                <a:ea typeface="+mn-lt"/>
                <a:cs typeface="+mn-lt"/>
              </a:rPr>
              <a:t> und </a:t>
            </a:r>
            <a:r>
              <a:rPr lang="en-US" sz="1200" err="1">
                <a:latin typeface="Segoe UI"/>
                <a:ea typeface="+mn-lt"/>
                <a:cs typeface="+mn-lt"/>
              </a:rPr>
              <a:t>Kostensenkung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durch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optimierte</a:t>
            </a:r>
            <a:r>
              <a:rPr lang="en-US" sz="1200">
                <a:latin typeface="Segoe UI"/>
                <a:ea typeface="+mn-lt"/>
                <a:cs typeface="+mn-lt"/>
              </a:rPr>
              <a:t> Logistik.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Konzentration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bei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Kundensegmenten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latin typeface="Segoe UI"/>
                <a:ea typeface="+mn-lt"/>
                <a:cs typeface="+mn-lt"/>
              </a:rPr>
              <a:t>Toyota, BAIC und GM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sind</a:t>
            </a:r>
            <a:r>
              <a:rPr lang="en-US" sz="1200">
                <a:latin typeface="Segoe UI"/>
                <a:ea typeface="+mn-lt"/>
                <a:cs typeface="+mn-lt"/>
              </a:rPr>
              <a:t> die Kunden </a:t>
            </a:r>
            <a:r>
              <a:rPr lang="en-US" sz="1200" err="1">
                <a:latin typeface="Segoe UI"/>
                <a:ea typeface="+mn-lt"/>
                <a:cs typeface="+mn-lt"/>
              </a:rPr>
              <a:t>mit</a:t>
            </a:r>
            <a:r>
              <a:rPr lang="en-US" sz="1200">
                <a:latin typeface="Segoe UI"/>
                <a:ea typeface="+mn-lt"/>
                <a:cs typeface="+mn-lt"/>
              </a:rPr>
              <a:t> dem </a:t>
            </a:r>
            <a:r>
              <a:rPr lang="en-US" sz="1200" err="1">
                <a:latin typeface="Segoe UI"/>
                <a:ea typeface="+mn-lt"/>
                <a:cs typeface="+mn-lt"/>
              </a:rPr>
              <a:t>höchsten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Materialbedarf</a:t>
            </a:r>
            <a:r>
              <a:rPr lang="en-US" sz="1200">
                <a:latin typeface="Segoe UI"/>
                <a:ea typeface="+mn-lt"/>
                <a:cs typeface="+mn-lt"/>
              </a:rPr>
              <a:t>. Die Top-3 </a:t>
            </a:r>
            <a:r>
              <a:rPr lang="en-US" sz="1200" err="1">
                <a:latin typeface="Segoe UI"/>
                <a:ea typeface="+mn-lt"/>
                <a:cs typeface="+mn-lt"/>
              </a:rPr>
              <a:t>Kundenverursachen</a:t>
            </a:r>
            <a:r>
              <a:rPr lang="en-US" sz="1200">
                <a:latin typeface="Segoe UI"/>
                <a:ea typeface="+mn-lt"/>
                <a:cs typeface="+mn-lt"/>
              </a:rPr>
              <a:t> ca. </a:t>
            </a:r>
            <a:r>
              <a:rPr lang="en-US" sz="1200" b="1">
                <a:latin typeface="Segoe UI"/>
                <a:ea typeface="+mn-lt"/>
                <a:cs typeface="+mn-lt"/>
              </a:rPr>
              <a:t>50 % der </a:t>
            </a:r>
            <a:r>
              <a:rPr lang="en-US" sz="1200" b="1" err="1">
                <a:latin typeface="Segoe UI"/>
                <a:ea typeface="+mn-lt"/>
                <a:cs typeface="+mn-lt"/>
              </a:rPr>
              <a:t>Gesamtkosten</a:t>
            </a:r>
            <a:r>
              <a:rPr lang="en-US" sz="1200">
                <a:latin typeface="Segoe UI"/>
                <a:ea typeface="+mn-lt"/>
                <a:cs typeface="+mn-lt"/>
              </a:rPr>
              <a:t>, was </a:t>
            </a:r>
            <a:r>
              <a:rPr lang="en-US" sz="1200" err="1">
                <a:latin typeface="Segoe UI"/>
                <a:ea typeface="+mn-lt"/>
                <a:cs typeface="+mn-lt"/>
              </a:rPr>
              <a:t>ein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deutliches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Konzentrationsrisiko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darstellt</a:t>
            </a:r>
            <a:r>
              <a:rPr lang="en-US" sz="1200"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Einfluss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großer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Projekte auf EBIT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 err="1">
                <a:latin typeface="Segoe UI"/>
                <a:ea typeface="+mn-lt"/>
                <a:cs typeface="+mn-lt"/>
              </a:rPr>
              <a:t>Großprojekte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sind</a:t>
            </a:r>
            <a:r>
              <a:rPr lang="en-US" sz="1200" b="1">
                <a:latin typeface="Segoe UI"/>
                <a:ea typeface="+mn-lt"/>
                <a:cs typeface="+mn-lt"/>
              </a:rPr>
              <a:t> der </a:t>
            </a:r>
            <a:r>
              <a:rPr lang="en-US" sz="1200" b="1" err="1">
                <a:latin typeface="Segoe UI"/>
                <a:ea typeface="+mn-lt"/>
                <a:cs typeface="+mn-lt"/>
              </a:rPr>
              <a:t>Haupttreiber</a:t>
            </a:r>
            <a:r>
              <a:rPr lang="en-US" sz="1200" b="1">
                <a:latin typeface="Segoe UI"/>
                <a:ea typeface="+mn-lt"/>
                <a:cs typeface="+mn-lt"/>
              </a:rPr>
              <a:t> der EBIT-Performance. Die Analyse </a:t>
            </a:r>
            <a:r>
              <a:rPr lang="en-US" sz="1200" b="1" err="1">
                <a:latin typeface="Segoe UI"/>
                <a:ea typeface="+mn-lt"/>
                <a:cs typeface="+mn-lt"/>
              </a:rPr>
              <a:t>zeigt</a:t>
            </a:r>
            <a:r>
              <a:rPr lang="en-US" sz="1200" b="1">
                <a:latin typeface="Segoe UI"/>
                <a:ea typeface="+mn-lt"/>
                <a:cs typeface="+mn-lt"/>
              </a:rPr>
              <a:t>, </a:t>
            </a:r>
            <a:r>
              <a:rPr lang="en-US" sz="1200" b="1" err="1">
                <a:latin typeface="Segoe UI"/>
                <a:ea typeface="+mn-lt"/>
                <a:cs typeface="+mn-lt"/>
              </a:rPr>
              <a:t>dass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wenige</a:t>
            </a:r>
            <a:r>
              <a:rPr lang="en-US" sz="1200" b="1">
                <a:latin typeface="Segoe UI"/>
                <a:ea typeface="+mn-lt"/>
                <a:cs typeface="+mn-lt"/>
              </a:rPr>
              <a:t> Projekte</a:t>
            </a:r>
            <a:r>
              <a:rPr lang="en-US" sz="1200">
                <a:latin typeface="Segoe UI"/>
                <a:ea typeface="+mn-lt"/>
                <a:cs typeface="+mn-lt"/>
              </a:rPr>
              <a:t> (z. B. Projekt 10) </a:t>
            </a:r>
            <a:r>
              <a:rPr lang="en-US" sz="1200" err="1">
                <a:latin typeface="Segoe UI"/>
                <a:ea typeface="+mn-lt"/>
                <a:cs typeface="+mn-lt"/>
              </a:rPr>
              <a:t>einen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überproportional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hohen</a:t>
            </a:r>
            <a:r>
              <a:rPr lang="en-US" sz="1200" b="1">
                <a:latin typeface="Segoe UI"/>
                <a:ea typeface="+mn-lt"/>
                <a:cs typeface="+mn-lt"/>
              </a:rPr>
              <a:t> EBIT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erzielen</a:t>
            </a:r>
            <a:r>
              <a:rPr lang="en-US" sz="1200">
                <a:latin typeface="Segoe UI"/>
                <a:ea typeface="+mn-lt"/>
                <a:cs typeface="+mn-lt"/>
              </a:rPr>
              <a:t>, </a:t>
            </a:r>
            <a:r>
              <a:rPr lang="en-US" sz="1200" err="1">
                <a:latin typeface="Segoe UI"/>
                <a:ea typeface="+mn-lt"/>
                <a:cs typeface="+mn-lt"/>
              </a:rPr>
              <a:t>während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andere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hohe</a:t>
            </a:r>
            <a:r>
              <a:rPr lang="en-US" sz="1200">
                <a:latin typeface="Segoe UI"/>
                <a:ea typeface="+mn-lt"/>
                <a:cs typeface="+mn-lt"/>
              </a:rPr>
              <a:t> Kosten </a:t>
            </a:r>
            <a:r>
              <a:rPr lang="en-US" sz="1200" err="1">
                <a:latin typeface="Segoe UI"/>
                <a:ea typeface="+mn-lt"/>
                <a:cs typeface="+mn-lt"/>
              </a:rPr>
              <a:t>aber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geringe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Deckungsbeiträge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haben</a:t>
            </a:r>
            <a:r>
              <a:rPr lang="en-US" sz="1200"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Empfehlung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zur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Profitabilitätssteigerung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latin typeface="Segoe UI"/>
                <a:ea typeface="+mn-lt"/>
                <a:cs typeface="+mn-lt"/>
              </a:rPr>
              <a:t>Es </a:t>
            </a:r>
            <a:r>
              <a:rPr lang="en-US" sz="1200" b="1" err="1">
                <a:latin typeface="Segoe UI"/>
                <a:ea typeface="+mn-lt"/>
                <a:cs typeface="+mn-lt"/>
              </a:rPr>
              <a:t>wird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empfohlen</a:t>
            </a:r>
            <a:r>
              <a:rPr lang="en-US" sz="1200" b="1">
                <a:latin typeface="Segoe UI"/>
                <a:ea typeface="+mn-lt"/>
                <a:cs typeface="+mn-lt"/>
              </a:rPr>
              <a:t>, die </a:t>
            </a:r>
            <a:r>
              <a:rPr lang="en-US" sz="1200" b="1" err="1">
                <a:latin typeface="Segoe UI"/>
                <a:ea typeface="+mn-lt"/>
                <a:cs typeface="+mn-lt"/>
              </a:rPr>
              <a:t>Großprojektstrategie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mit</a:t>
            </a:r>
            <a:r>
              <a:rPr lang="en-US" sz="1200" b="1">
                <a:latin typeface="Segoe UI"/>
                <a:ea typeface="+mn-lt"/>
                <a:cs typeface="+mn-lt"/>
              </a:rPr>
              <a:t> Fokus auf Electronics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gezielt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auszubauen</a:t>
            </a:r>
            <a:r>
              <a:rPr lang="en-US" sz="1200">
                <a:latin typeface="Segoe UI"/>
                <a:ea typeface="+mn-lt"/>
                <a:cs typeface="+mn-lt"/>
              </a:rPr>
              <a:t>. Dieses Segment </a:t>
            </a:r>
            <a:r>
              <a:rPr lang="en-US" sz="1200" err="1">
                <a:latin typeface="Segoe UI"/>
                <a:ea typeface="+mn-lt"/>
                <a:cs typeface="+mn-lt"/>
              </a:rPr>
              <a:t>vereint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hohe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Umsätze</a:t>
            </a:r>
            <a:r>
              <a:rPr lang="en-US" sz="1200">
                <a:latin typeface="Segoe UI"/>
                <a:ea typeface="+mn-lt"/>
                <a:cs typeface="+mn-lt"/>
              </a:rPr>
              <a:t>, EBIT und </a:t>
            </a:r>
            <a:r>
              <a:rPr lang="en-US" sz="1200" err="1">
                <a:latin typeface="Segoe UI"/>
                <a:ea typeface="+mn-lt"/>
                <a:cs typeface="+mn-lt"/>
              </a:rPr>
              <a:t>Materialaufwand</a:t>
            </a:r>
            <a:r>
              <a:rPr lang="en-US" sz="1200">
                <a:latin typeface="Segoe UI"/>
                <a:ea typeface="+mn-lt"/>
                <a:cs typeface="+mn-lt"/>
              </a:rPr>
              <a:t> – und </a:t>
            </a:r>
            <a:r>
              <a:rPr lang="en-US" sz="1200" err="1">
                <a:latin typeface="Segoe UI"/>
                <a:ea typeface="+mn-lt"/>
                <a:cs typeface="+mn-lt"/>
              </a:rPr>
              <a:t>ist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daher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Schlüsselbereich</a:t>
            </a:r>
            <a:r>
              <a:rPr lang="en-US" sz="1200" b="1">
                <a:latin typeface="Segoe UI"/>
                <a:ea typeface="+mn-lt"/>
                <a:cs typeface="+mn-lt"/>
              </a:rPr>
              <a:t> für </a:t>
            </a:r>
            <a:r>
              <a:rPr lang="en-US" sz="1200" b="1" err="1">
                <a:latin typeface="Segoe UI"/>
                <a:ea typeface="+mn-lt"/>
                <a:cs typeface="+mn-lt"/>
              </a:rPr>
              <a:t>nachhaltige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Profitabilität</a:t>
            </a:r>
            <a:r>
              <a:rPr lang="en-US" sz="1200"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spcAft>
                <a:spcPts val="300"/>
              </a:spcAft>
              <a:buAutoNum type="arabicPeriod"/>
              <a:defRPr sz="1800"/>
            </a:pP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spcAft>
                <a:spcPts val="300"/>
              </a:spcAft>
              <a:buAutoNum type="arabicPeriod"/>
              <a:defRPr sz="1800"/>
            </a:pPr>
            <a:endParaRPr lang="en-US" sz="1200">
              <a:latin typeface="Segoe UI"/>
              <a:cs typeface="Segoe UI"/>
            </a:endParaRPr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A891EDF-A2A2-31B5-8CC4-2639D5434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" r="-4" b="-4"/>
          <a:stretch>
            <a:fillRect/>
          </a:stretch>
        </p:blipFill>
        <p:spPr>
          <a:xfrm>
            <a:off x="318485" y="1051258"/>
            <a:ext cx="1612643" cy="13142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7539B11F-AEBA-8CA0-D223-32FAA011F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1883"/>
          <a:stretch>
            <a:fillRect/>
          </a:stretch>
        </p:blipFill>
        <p:spPr>
          <a:xfrm>
            <a:off x="2068116" y="2597563"/>
            <a:ext cx="1937469" cy="14083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3F378E44-7D76-EE3B-3835-39E9053C86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37" r="4" b="3"/>
          <a:stretch>
            <a:fillRect/>
          </a:stretch>
        </p:blipFill>
        <p:spPr>
          <a:xfrm>
            <a:off x="2282833" y="1053326"/>
            <a:ext cx="1503785" cy="13260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427757F-A949-1AD8-0685-1909E88ED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14" y="2597809"/>
            <a:ext cx="1795775" cy="14028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FA4D72E-9D90-2C5A-5337-DF0677D40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028" y="4200692"/>
            <a:ext cx="2380171" cy="18007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3972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="" xmlns:a16="http://schemas.microsoft.com/office/drawing/2014/main" id="{C65BBDCF-FCE0-6C5A-993C-5E6CD07A64E5}"/>
              </a:ext>
            </a:extLst>
          </p:cNvPr>
          <p:cNvSpPr txBox="1"/>
          <p:nvPr/>
        </p:nvSpPr>
        <p:spPr>
          <a:xfrm>
            <a:off x="4102989" y="884653"/>
            <a:ext cx="4462987" cy="52225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Umsatz:</a:t>
            </a:r>
            <a:r>
              <a:rPr lang="de-DE" sz="1200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</a:t>
            </a:r>
            <a:r>
              <a:rPr lang="de-DE" sz="1200" dirty="0">
                <a:latin typeface="Segoe UI"/>
                <a:ea typeface="+mn-lt"/>
                <a:cs typeface="+mn-lt"/>
              </a:rPr>
              <a:t> ist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größte Umsatzbringer</a:t>
            </a:r>
            <a:r>
              <a:rPr lang="de-DE" sz="1200" dirty="0">
                <a:latin typeface="Segoe UI"/>
                <a:ea typeface="+mn-lt"/>
                <a:cs typeface="+mn-lt"/>
              </a:rPr>
              <a:t> mit fast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4,68 Milliarden Euro</a:t>
            </a:r>
            <a:r>
              <a:rPr lang="de-DE" sz="1200" dirty="0">
                <a:latin typeface="Segoe UI"/>
                <a:ea typeface="+mn-lt"/>
                <a:cs typeface="+mn-lt"/>
              </a:rPr>
              <a:t>. Dies zeigt,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 </a:t>
            </a:r>
            <a:r>
              <a:rPr lang="de-DE" sz="1200" dirty="0">
                <a:latin typeface="Segoe UI"/>
                <a:ea typeface="+mn-lt"/>
                <a:cs typeface="+mn-lt"/>
              </a:rPr>
              <a:t>die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meisten </a:t>
            </a:r>
            <a:r>
              <a:rPr lang="de-DE" sz="1200" dirty="0">
                <a:latin typeface="Segoe UI"/>
                <a:ea typeface="+mn-lt"/>
                <a:cs typeface="+mn-lt"/>
              </a:rPr>
              <a:t>oder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teuersten Produkte </a:t>
            </a:r>
            <a:r>
              <a:rPr lang="de-DE" sz="1200" dirty="0">
                <a:latin typeface="Segoe UI"/>
                <a:ea typeface="+mn-lt"/>
                <a:cs typeface="+mn-lt"/>
              </a:rPr>
              <a:t>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Dienstleistungen</a:t>
            </a:r>
            <a:r>
              <a:rPr lang="de-DE" sz="1200" dirty="0">
                <a:latin typeface="Segoe UI"/>
                <a:ea typeface="+mn-lt"/>
                <a:cs typeface="+mn-lt"/>
              </a:rPr>
              <a:t> kauft.</a:t>
            </a:r>
            <a:endParaRPr lang="en-US" sz="1200" dirty="0"/>
          </a:p>
          <a:p>
            <a:pPr marL="194945" indent="-194945" algn="just"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EBIT:</a:t>
            </a:r>
            <a:r>
              <a:rPr lang="de-DE" sz="1200" dirty="0">
                <a:solidFill>
                  <a:schemeClr val="accent1"/>
                </a:solidFill>
                <a:latin typeface="Segoe UI"/>
                <a:cs typeface="Segoe UI"/>
              </a:rPr>
              <a:t>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 </a:t>
            </a:r>
            <a:r>
              <a:rPr lang="de-DE" sz="1200" dirty="0">
                <a:latin typeface="Segoe UI"/>
                <a:ea typeface="+mn-lt"/>
                <a:cs typeface="+mn-lt"/>
              </a:rPr>
              <a:t>generiert das</a:t>
            </a:r>
            <a:r>
              <a:rPr lang="de-DE" sz="1200" b="1" dirty="0">
                <a:latin typeface="Segoe UI"/>
                <a:ea typeface="+mn-lt"/>
                <a:cs typeface="+mn-lt"/>
              </a:rPr>
              <a:t> höchste Betriebsergebnis (EBIT)</a:t>
            </a:r>
            <a:r>
              <a:rPr lang="de-DE" sz="1200" dirty="0">
                <a:latin typeface="Segoe UI"/>
                <a:ea typeface="+mn-lt"/>
                <a:cs typeface="+mn-lt"/>
              </a:rPr>
              <a:t>, gefolgt von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Stellantis</a:t>
            </a:r>
            <a:r>
              <a:rPr lang="de-DE" sz="1200" dirty="0">
                <a:latin typeface="Segoe UI"/>
                <a:ea typeface="+mn-lt"/>
                <a:cs typeface="+mn-lt"/>
              </a:rPr>
              <a:t>. Das deutet darauf hin,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die Geschäftsbeziehungen mit Toyota und Stellantis am profitabelsten sind.</a:t>
            </a:r>
          </a:p>
          <a:p>
            <a:pPr marL="194945" indent="-194945" algn="just">
              <a:buAutoNum type="arabicPeriod"/>
            </a:pPr>
            <a:endParaRPr lang="de-DE" sz="1200" b="1" dirty="0">
              <a:latin typeface="Segoe UI"/>
              <a:ea typeface="+mn-lt"/>
              <a:cs typeface="+mn-lt"/>
            </a:endParaRPr>
          </a:p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Rentabilität (ROS)</a:t>
            </a:r>
            <a:r>
              <a:rPr lang="de-DE" sz="1200" b="1" dirty="0">
                <a:latin typeface="Segoe UI"/>
                <a:cs typeface="Segoe UI"/>
              </a:rPr>
              <a:t>:</a:t>
            </a:r>
            <a:r>
              <a:rPr lang="de-DE" sz="1200" dirty="0">
                <a:solidFill>
                  <a:schemeClr val="accent1"/>
                </a:solidFill>
                <a:latin typeface="Segoe UI"/>
                <a:cs typeface="Segoe UI"/>
              </a:rPr>
              <a:t> </a:t>
            </a:r>
            <a:r>
              <a:rPr lang="de-DE" sz="1200" dirty="0">
                <a:latin typeface="Segoe UI"/>
                <a:ea typeface="+mn-lt"/>
                <a:cs typeface="Segoe UI"/>
              </a:rPr>
              <a:t>Obwohl</a:t>
            </a:r>
            <a:r>
              <a:rPr lang="de-DE" sz="1200" dirty="0">
                <a:latin typeface="Segoe UI"/>
                <a:ea typeface="+mn-lt"/>
                <a:cs typeface="+mn-lt"/>
              </a:rPr>
              <a:t>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 der größte Umsatzbringer</a:t>
            </a:r>
            <a:r>
              <a:rPr lang="de-DE" sz="1200" dirty="0">
                <a:latin typeface="Segoe UI"/>
                <a:ea typeface="+mn-lt"/>
                <a:cs typeface="+mn-lt"/>
              </a:rPr>
              <a:t> ist, hat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Ford die beste Rentabilität</a:t>
            </a:r>
            <a:r>
              <a:rPr lang="de-DE" sz="1200" dirty="0">
                <a:latin typeface="Segoe UI"/>
                <a:ea typeface="+mn-lt"/>
                <a:cs typeface="+mn-lt"/>
              </a:rPr>
              <a:t>, während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BMW</a:t>
            </a:r>
            <a:r>
              <a:rPr lang="de-DE" sz="1200" dirty="0">
                <a:latin typeface="Segoe UI"/>
                <a:ea typeface="+mn-lt"/>
                <a:cs typeface="+mn-lt"/>
              </a:rPr>
              <a:t> auf dem </a:t>
            </a:r>
            <a:r>
              <a:rPr lang="de-DE" sz="1200" b="1" dirty="0">
                <a:latin typeface="Segoe UI"/>
                <a:ea typeface="+mn-lt"/>
                <a:cs typeface="+mn-lt"/>
              </a:rPr>
              <a:t>letzten Platz</a:t>
            </a:r>
            <a:r>
              <a:rPr lang="de-DE" sz="1200" dirty="0">
                <a:latin typeface="Segoe UI"/>
                <a:ea typeface="+mn-lt"/>
                <a:cs typeface="+mn-lt"/>
              </a:rPr>
              <a:t> steht. Dies zeigt, dass</a:t>
            </a:r>
            <a:r>
              <a:rPr lang="de-DE" sz="1200" b="1" dirty="0">
                <a:latin typeface="Segoe UI"/>
                <a:ea typeface="+mn-lt"/>
                <a:cs typeface="+mn-lt"/>
              </a:rPr>
              <a:t> Ford eine höhere Gewinnmarge erzielt wird</a:t>
            </a:r>
            <a:r>
              <a:rPr lang="de-DE" sz="1200" dirty="0">
                <a:latin typeface="Segoe UI"/>
                <a:ea typeface="+mn-lt"/>
                <a:cs typeface="+mn-lt"/>
              </a:rPr>
              <a:t>, obwohl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Gesamtumsatz geringer</a:t>
            </a:r>
            <a:r>
              <a:rPr lang="de-DE" sz="1200" dirty="0">
                <a:latin typeface="Segoe UI"/>
                <a:ea typeface="+mn-lt"/>
                <a:cs typeface="+mn-lt"/>
              </a:rPr>
              <a:t> ist als bei Toyota.</a:t>
            </a:r>
          </a:p>
          <a:p>
            <a:pPr marL="194945" indent="-194945" algn="just"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Projekte:</a:t>
            </a:r>
            <a:r>
              <a:rPr lang="de-DE" sz="1200" b="1" dirty="0">
                <a:solidFill>
                  <a:srgbClr val="0070C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de-DE" sz="1200" dirty="0">
                <a:latin typeface="Segoe UI"/>
                <a:ea typeface="+mn-lt"/>
                <a:cs typeface="+mn-lt"/>
              </a:rPr>
              <a:t>Trotzdem die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Umsatz-, EBIT- und Rentabilitätsrankings</a:t>
            </a:r>
            <a:r>
              <a:rPr lang="de-DE" sz="1200" dirty="0">
                <a:latin typeface="Segoe UI"/>
                <a:ea typeface="+mn-lt"/>
                <a:cs typeface="+mn-lt"/>
              </a:rPr>
              <a:t> </a:t>
            </a:r>
            <a:r>
              <a:rPr lang="de-DE" sz="1200" dirty="0">
                <a:latin typeface="Segoe UI"/>
                <a:ea typeface="+mn-lt"/>
                <a:cs typeface="Segoe UI"/>
              </a:rPr>
              <a:t>unterschiedlich sind, </a:t>
            </a:r>
            <a:r>
              <a:rPr lang="de-DE" sz="1200" dirty="0">
                <a:latin typeface="Segoe UI"/>
                <a:ea typeface="+mn-lt"/>
                <a:cs typeface="+mn-lt"/>
              </a:rPr>
              <a:t>haben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alle Kunden ungefähr die gleiche Anzahl von Projekten</a:t>
            </a:r>
            <a:r>
              <a:rPr lang="de-DE" sz="1200" dirty="0">
                <a:latin typeface="Segoe UI"/>
                <a:ea typeface="+mn-lt"/>
                <a:cs typeface="+mn-lt"/>
              </a:rPr>
              <a:t>. Dies weist darauf hin,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die Chancen relativ gleichmäßig verteilt sind</a:t>
            </a:r>
            <a:r>
              <a:rPr lang="de-DE" sz="1200" dirty="0">
                <a:latin typeface="Segoe UI"/>
                <a:ea typeface="+mn-lt"/>
                <a:cs typeface="+mn-lt"/>
              </a:rPr>
              <a:t>, jedoch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der Wert und die Rentabilität der Projekte stark variieren</a:t>
            </a:r>
            <a:r>
              <a:rPr lang="de-DE" sz="1200" dirty="0">
                <a:latin typeface="Segoe UI"/>
                <a:ea typeface="+mn-lt"/>
                <a:cs typeface="+mn-lt"/>
              </a:rPr>
              <a:t>.</a:t>
            </a:r>
          </a:p>
          <a:p>
            <a:pPr marL="194945" indent="-194945" algn="just">
              <a:buFontTx/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194945" indent="-194945" algn="just">
              <a:buAutoNum type="arabicPeriod"/>
            </a:pPr>
            <a:r>
              <a:rPr lang="de-DE" sz="1200" b="1" dirty="0" smtClean="0">
                <a:solidFill>
                  <a:srgbClr val="0070C0"/>
                </a:solidFill>
                <a:latin typeface="Segoe UI"/>
                <a:cs typeface="Segoe UI"/>
              </a:rPr>
              <a:t>Sale/Volumen(</a:t>
            </a: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€/Stück):</a:t>
            </a:r>
            <a:r>
              <a:rPr lang="de-DE" sz="1200" b="1" dirty="0">
                <a:latin typeface="Segoe UI"/>
                <a:cs typeface="Segoe UI"/>
              </a:rPr>
              <a:t> </a:t>
            </a:r>
            <a:r>
              <a:rPr lang="de-DE" sz="1200" dirty="0">
                <a:latin typeface="Segoe UI"/>
                <a:ea typeface="+mn-lt"/>
                <a:cs typeface="+mn-lt"/>
              </a:rPr>
              <a:t>Trotz niedriger Umsätze und Produktionsmenge liegt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BAIC mit 556,52 €/Stück an der Spitze</a:t>
            </a:r>
            <a:r>
              <a:rPr lang="de-DE" sz="1200" dirty="0">
                <a:latin typeface="Segoe UI"/>
                <a:ea typeface="+mn-lt"/>
                <a:cs typeface="+mn-lt"/>
              </a:rPr>
              <a:t>. Dies zeigt,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BAIC Luxusgüter mit hohem Mehrwert anbietet</a:t>
            </a:r>
            <a:r>
              <a:rPr lang="de-DE" sz="1200" dirty="0">
                <a:latin typeface="Segoe UI"/>
                <a:ea typeface="+mn-lt"/>
                <a:cs typeface="+mn-lt"/>
              </a:rPr>
              <a:t>. </a:t>
            </a:r>
            <a:r>
              <a:rPr lang="de-DE" sz="1200" b="1" dirty="0">
                <a:latin typeface="Segoe UI"/>
                <a:ea typeface="+mn-lt"/>
                <a:cs typeface="+mn-lt"/>
              </a:rPr>
              <a:t>Ford liegt mit 94,07 €/Stück am niedrigsten</a:t>
            </a:r>
            <a:r>
              <a:rPr lang="de-DE" sz="1200" dirty="0">
                <a:latin typeface="Segoe UI"/>
                <a:ea typeface="+mn-lt"/>
                <a:cs typeface="+mn-lt"/>
              </a:rPr>
              <a:t> und folgt damit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einer wettbewerbsfähigen Preisstrategie</a:t>
            </a:r>
            <a:r>
              <a:rPr lang="de-DE" sz="1200" dirty="0">
                <a:latin typeface="Segoe UI"/>
                <a:ea typeface="+mn-lt"/>
                <a:cs typeface="+mn-lt"/>
              </a:rPr>
              <a:t>.</a:t>
            </a:r>
          </a:p>
        </p:txBody>
      </p:sp>
      <p:pic>
        <p:nvPicPr>
          <p:cNvPr id="4" name="Grafik 3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6AE8172F-CA69-1F9F-BAA2-68BAFC715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54" y="835915"/>
            <a:ext cx="2968948" cy="1712220"/>
          </a:xfrm>
          <a:prstGeom prst="rect">
            <a:avLst/>
          </a:prstGeom>
          <a:ln w="6350">
            <a:noFill/>
          </a:ln>
        </p:spPr>
      </p:pic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E9B8D3B6-14CF-225B-C436-D1D805C9A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10" y="2605594"/>
            <a:ext cx="3072489" cy="1674224"/>
          </a:xfrm>
          <a:prstGeom prst="rect">
            <a:avLst/>
          </a:prstGeom>
          <a:ln w="6350">
            <a:noFill/>
          </a:ln>
        </p:spPr>
      </p:pic>
      <p:pic>
        <p:nvPicPr>
          <p:cNvPr id="6" name="Grafik 5" descr="Ein Bild, das Text, Screenshot, Kreis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727DA52F-0B4B-F48E-4706-107A14277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45" y="4306447"/>
            <a:ext cx="1903111" cy="1754849"/>
          </a:xfrm>
          <a:prstGeom prst="rect">
            <a:avLst/>
          </a:prstGeom>
          <a:ln w="6350">
            <a:noFill/>
          </a:ln>
        </p:spPr>
      </p:pic>
      <p:pic>
        <p:nvPicPr>
          <p:cNvPr id="7" name="Grafik 6" descr="Ein Bild, das Text, Screenshot, Kreis, Zahl enthält.&#10;&#10;KI-generierte Inhalte können fehlerhaft sein.">
            <a:extLst>
              <a:ext uri="{FF2B5EF4-FFF2-40B4-BE49-F238E27FC236}">
                <a16:creationId xmlns="" xmlns:a16="http://schemas.microsoft.com/office/drawing/2014/main" id="{51DD3F4B-5860-6466-3F41-6801F09E4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5671" y="4295423"/>
            <a:ext cx="1923863" cy="1765873"/>
          </a:xfrm>
          <a:prstGeom prst="rect">
            <a:avLst/>
          </a:prstGeom>
          <a:ln w="6350">
            <a:noFill/>
          </a:ln>
        </p:spPr>
      </p:pic>
      <p:sp>
        <p:nvSpPr>
          <p:cNvPr id="10" name="Titel 1">
            <a:extLst>
              <a:ext uri="{FF2B5EF4-FFF2-40B4-BE49-F238E27FC236}">
                <a16:creationId xmlns="" xmlns:a16="http://schemas.microsoft.com/office/drawing/2014/main" id="{7A46B177-FE5C-A8D2-B8FE-382CD8D979F2}"/>
              </a:ext>
            </a:extLst>
          </p:cNvPr>
          <p:cNvSpPr txBox="1">
            <a:spLocks/>
          </p:cNvSpPr>
          <p:nvPr/>
        </p:nvSpPr>
        <p:spPr>
          <a:xfrm>
            <a:off x="571533" y="206355"/>
            <a:ext cx="5571281" cy="575240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>
                <a:latin typeface="Segoe UI"/>
                <a:cs typeface="Segoe UI"/>
              </a:rPr>
              <a:t>Analyse der Kunden</a:t>
            </a:r>
            <a:endParaRPr lang="de-DE" sz="3200" b="1" err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5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="" xmlns:a16="http://schemas.microsoft.com/office/drawing/2014/main" id="{50682738-4364-9465-7CD7-7D17A8A77D27}"/>
              </a:ext>
            </a:extLst>
          </p:cNvPr>
          <p:cNvSpPr txBox="1"/>
          <p:nvPr/>
        </p:nvSpPr>
        <p:spPr>
          <a:xfrm>
            <a:off x="625492" y="214441"/>
            <a:ext cx="4959965" cy="5443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200" b="1" cap="all">
                <a:solidFill>
                  <a:srgbClr val="000000"/>
                </a:solidFill>
                <a:latin typeface="Segoe UI"/>
                <a:cs typeface="Segoe UI"/>
              </a:rPr>
              <a:t>Analyse der Kunden</a:t>
            </a:r>
            <a:endParaRPr lang="de-DE" sz="3200" b="1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="" xmlns:a16="http://schemas.microsoft.com/office/drawing/2014/main" id="{3B44C71C-3051-D6FD-2CA0-DF64B1B00C49}"/>
              </a:ext>
            </a:extLst>
          </p:cNvPr>
          <p:cNvSpPr txBox="1"/>
          <p:nvPr/>
        </p:nvSpPr>
        <p:spPr>
          <a:xfrm>
            <a:off x="1001241" y="758821"/>
            <a:ext cx="1076875" cy="25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300" b="1" dirty="0">
                <a:latin typeface="Segoe UI"/>
                <a:cs typeface="Segoe UI"/>
              </a:rPr>
              <a:t>Europa</a:t>
            </a:r>
          </a:p>
        </p:txBody>
      </p:sp>
      <p:pic>
        <p:nvPicPr>
          <p:cNvPr id="9" name="Grafik 8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1B8E1A7E-C16C-CA83-3619-E4895EF1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5" y="1010811"/>
            <a:ext cx="2980355" cy="1691640"/>
          </a:xfrm>
          <a:prstGeom prst="rect">
            <a:avLst/>
          </a:prstGeom>
        </p:spPr>
      </p:pic>
      <p:pic>
        <p:nvPicPr>
          <p:cNvPr id="10" name="Grafik 9" descr="Ein Bild, das Text, Screenshot, Schrift, Zahl enthält.&#10;&#10;KI-generierte Inhalte können fehlerhaft sein.">
            <a:extLst>
              <a:ext uri="{FF2B5EF4-FFF2-40B4-BE49-F238E27FC236}">
                <a16:creationId xmlns="" xmlns:a16="http://schemas.microsoft.com/office/drawing/2014/main" id="{B87E7120-30BA-8D9E-E9B9-ACE97A7CE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720" y="1010813"/>
            <a:ext cx="3003765" cy="1691640"/>
          </a:xfrm>
          <a:prstGeom prst="rect">
            <a:avLst/>
          </a:prstGeom>
        </p:spPr>
      </p:pic>
      <p:pic>
        <p:nvPicPr>
          <p:cNvPr id="11" name="Grafik 10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351C5D28-8398-604C-A219-C12E3DBD8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486" y="1038054"/>
            <a:ext cx="3000511" cy="169563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="" xmlns:a16="http://schemas.microsoft.com/office/drawing/2014/main" id="{24E21293-062D-E60E-4215-160A22FD8582}"/>
              </a:ext>
            </a:extLst>
          </p:cNvPr>
          <p:cNvSpPr txBox="1"/>
          <p:nvPr/>
        </p:nvSpPr>
        <p:spPr>
          <a:xfrm>
            <a:off x="4066430" y="796970"/>
            <a:ext cx="883535" cy="25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300" b="1" dirty="0">
                <a:latin typeface="Segoe UI"/>
                <a:cs typeface="Segoe UI"/>
              </a:rPr>
              <a:t>Asien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="" xmlns:a16="http://schemas.microsoft.com/office/drawing/2014/main" id="{2890B26F-5E00-BDEC-9444-771189009072}"/>
              </a:ext>
            </a:extLst>
          </p:cNvPr>
          <p:cNvSpPr txBox="1"/>
          <p:nvPr/>
        </p:nvSpPr>
        <p:spPr>
          <a:xfrm>
            <a:off x="439309" y="2804291"/>
            <a:ext cx="8249289" cy="35933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Umsatzleader</a:t>
            </a:r>
            <a:r>
              <a:rPr lang="de-DE" sz="1100" b="1" dirty="0">
                <a:solidFill>
                  <a:srgbClr val="0070C0"/>
                </a:solidFill>
                <a:latin typeface="Segoe UI"/>
                <a:cs typeface="Arial"/>
              </a:rPr>
              <a:t>:</a:t>
            </a:r>
            <a:r>
              <a:rPr lang="de-DE" sz="1100" dirty="0">
                <a:latin typeface="Segoe UI"/>
                <a:cs typeface="Arial"/>
              </a:rPr>
              <a:t> </a:t>
            </a:r>
            <a:r>
              <a:rPr lang="de-DE" sz="1100" b="1" dirty="0">
                <a:latin typeface="Segoe UI"/>
                <a:ea typeface="+mn-lt"/>
                <a:cs typeface="+mn-lt"/>
              </a:rPr>
              <a:t>Stellantis</a:t>
            </a:r>
            <a:r>
              <a:rPr lang="de-DE" sz="1100" dirty="0">
                <a:latin typeface="Segoe UI"/>
                <a:ea typeface="+mn-lt"/>
                <a:cs typeface="+mn-lt"/>
              </a:rPr>
              <a:t> führt </a:t>
            </a:r>
            <a:r>
              <a:rPr lang="de-DE" sz="1100" b="1" dirty="0">
                <a:latin typeface="Segoe UI"/>
                <a:ea typeface="+mn-lt"/>
                <a:cs typeface="+mn-lt"/>
              </a:rPr>
              <a:t>sowohl in Amerika als auch weltweit</a:t>
            </a:r>
            <a:r>
              <a:rPr lang="de-DE" sz="1100" dirty="0">
                <a:latin typeface="Segoe UI"/>
                <a:ea typeface="+mn-lt"/>
                <a:cs typeface="+mn-lt"/>
              </a:rPr>
              <a:t> mit einem Umsatz von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3,33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, gefolgt von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Toyota (2,85 Mrd. €)</a:t>
            </a:r>
            <a:r>
              <a:rPr lang="de-DE" sz="1100" dirty="0">
                <a:latin typeface="Segoe UI"/>
                <a:ea typeface="+mn-lt"/>
                <a:cs typeface="+mn-lt"/>
              </a:rPr>
              <a:t> und </a:t>
            </a:r>
            <a:r>
              <a:rPr lang="de-DE" sz="1100" b="1" dirty="0">
                <a:latin typeface="Segoe UI"/>
                <a:ea typeface="+mn-lt"/>
                <a:cs typeface="+mn-lt"/>
              </a:rPr>
              <a:t>BMW (2,38 Mrd. €)</a:t>
            </a:r>
            <a:r>
              <a:rPr lang="de-DE" sz="1100" dirty="0">
                <a:latin typeface="Segoe UI"/>
                <a:ea typeface="+mn-lt"/>
                <a:cs typeface="+mn-lt"/>
              </a:rPr>
              <a:t>, die </a:t>
            </a:r>
            <a:r>
              <a:rPr lang="de-DE" sz="1100" b="1" dirty="0">
                <a:latin typeface="Segoe UI"/>
                <a:ea typeface="+mn-lt"/>
                <a:cs typeface="+mn-lt"/>
              </a:rPr>
              <a:t>stark in Asien aktiv</a:t>
            </a:r>
            <a:r>
              <a:rPr lang="de-DE" sz="1100" dirty="0">
                <a:latin typeface="Segoe UI"/>
                <a:ea typeface="+mn-lt"/>
                <a:cs typeface="+mn-lt"/>
              </a:rPr>
              <a:t> sind. In Europa behauptet sich </a:t>
            </a:r>
            <a:r>
              <a:rPr lang="de-DE" sz="1100" b="1" dirty="0">
                <a:latin typeface="Segoe UI"/>
                <a:ea typeface="+mn-lt"/>
                <a:cs typeface="+mn-lt"/>
              </a:rPr>
              <a:t>VW</a:t>
            </a:r>
            <a:r>
              <a:rPr lang="de-DE" sz="1100" dirty="0">
                <a:latin typeface="Segoe UI"/>
                <a:ea typeface="+mn-lt"/>
                <a:cs typeface="+mn-lt"/>
              </a:rPr>
              <a:t> mit </a:t>
            </a:r>
            <a:r>
              <a:rPr lang="de-DE" sz="1100" b="1" dirty="0">
                <a:latin typeface="Segoe UI"/>
                <a:ea typeface="+mn-lt"/>
                <a:cs typeface="+mn-lt"/>
              </a:rPr>
              <a:t>deutlichem Abstand</a:t>
            </a:r>
            <a:r>
              <a:rPr lang="de-DE" sz="1100" dirty="0">
                <a:latin typeface="Segoe UI"/>
                <a:ea typeface="+mn-lt"/>
                <a:cs typeface="+mn-lt"/>
              </a:rPr>
              <a:t> an der Spitze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1,78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), vor dem zweitplatzierten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Ford mit 1,26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.</a:t>
            </a:r>
            <a:endParaRPr lang="de-DE" sz="1100" dirty="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Profitabilität (EBIT)</a:t>
            </a:r>
            <a:r>
              <a:rPr lang="de-DE" sz="1100" dirty="0">
                <a:solidFill>
                  <a:srgbClr val="4472C4"/>
                </a:solidFill>
                <a:latin typeface="Segoe UI"/>
                <a:ea typeface="Calibri"/>
                <a:cs typeface="Calibri"/>
              </a:rPr>
              <a:t>: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Stellantis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erzielte nicht nur den höchsten Umsatz, sondern auch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das höchste EBIT in Amerika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mit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380 Mio. €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. Danach folgt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Toyota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mit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stabiler und starker Profitabilität in Asien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. Insbesondere erreicht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Ford in Europa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trotz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deutlich geringerer Umsätze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ein EBIT, das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fast dem von VW entspricht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– ein Hinweis auf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hohe Rentabilität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und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überlegene Betriebseffizienz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.</a:t>
            </a:r>
            <a:endParaRPr lang="de-DE" sz="1100" dirty="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Regionale Diskrepanzen zwischen Umsatzhöhe und EBIT-Beitrag:</a:t>
            </a:r>
            <a:r>
              <a:rPr lang="de-DE" sz="1100" dirty="0">
                <a:solidFill>
                  <a:srgbClr val="4472C4"/>
                </a:solidFill>
                <a:latin typeface="Segoe UI"/>
                <a:ea typeface="Calibri"/>
                <a:cs typeface="Calibri"/>
              </a:rPr>
              <a:t> </a:t>
            </a:r>
            <a:r>
              <a:rPr lang="de-DE" sz="1100" dirty="0">
                <a:latin typeface="Segoe UI"/>
                <a:ea typeface="Calibri"/>
                <a:cs typeface="Calibri"/>
              </a:rPr>
              <a:t>In</a:t>
            </a:r>
            <a:r>
              <a:rPr lang="de-DE" sz="1100" dirty="0">
                <a:latin typeface="Segoe UI"/>
                <a:ea typeface="+mn-lt"/>
                <a:cs typeface="+mn-lt"/>
              </a:rPr>
              <a:t> </a:t>
            </a:r>
            <a:r>
              <a:rPr lang="de-DE" sz="1100" b="1" dirty="0">
                <a:latin typeface="Segoe UI"/>
                <a:ea typeface="+mn-lt"/>
                <a:cs typeface="+mn-lt"/>
              </a:rPr>
              <a:t>Europa </a:t>
            </a:r>
            <a:r>
              <a:rPr lang="de-DE" sz="1100" dirty="0">
                <a:latin typeface="Segoe UI"/>
                <a:ea typeface="+mn-lt"/>
                <a:cs typeface="+mn-lt"/>
              </a:rPr>
              <a:t>erzielt </a:t>
            </a:r>
            <a:r>
              <a:rPr lang="de-DE" sz="1100" b="1" dirty="0">
                <a:latin typeface="Segoe UI"/>
                <a:ea typeface="+mn-lt"/>
                <a:cs typeface="+mn-lt"/>
              </a:rPr>
              <a:t>VW</a:t>
            </a:r>
            <a:r>
              <a:rPr lang="de-DE" sz="1100" dirty="0">
                <a:latin typeface="Segoe UI"/>
                <a:ea typeface="+mn-lt"/>
                <a:cs typeface="+mn-lt"/>
              </a:rPr>
              <a:t> den höchsten Umsatz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1,78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) sowie ein hohes EBIT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150,55 Mio. €</a:t>
            </a:r>
            <a:r>
              <a:rPr lang="de-DE" sz="1100" dirty="0">
                <a:latin typeface="Segoe UI"/>
                <a:ea typeface="+mn-lt"/>
                <a:cs typeface="+mn-lt"/>
              </a:rPr>
              <a:t>). In Amerika folgt ein ähnlich hoher Umsatz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1,88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) mit einem EBIT von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154,72 Mio. €</a:t>
            </a:r>
            <a:r>
              <a:rPr lang="de-DE" sz="1100" dirty="0">
                <a:latin typeface="Segoe UI"/>
                <a:ea typeface="+mn-lt"/>
                <a:cs typeface="+mn-lt"/>
              </a:rPr>
              <a:t>. Obwohl VW in Europa </a:t>
            </a:r>
            <a:r>
              <a:rPr lang="de-DE" sz="1100" b="1" dirty="0">
                <a:latin typeface="Segoe UI"/>
                <a:ea typeface="+mn-lt"/>
                <a:cs typeface="+mn-lt"/>
              </a:rPr>
              <a:t>Marktführer</a:t>
            </a:r>
            <a:r>
              <a:rPr lang="de-DE" sz="1100" dirty="0">
                <a:latin typeface="Segoe UI"/>
                <a:ea typeface="+mn-lt"/>
                <a:cs typeface="+mn-lt"/>
              </a:rPr>
              <a:t> ist, liegt es in Amerika </a:t>
            </a:r>
            <a:r>
              <a:rPr lang="de-DE" sz="1100" b="1" dirty="0">
                <a:latin typeface="Segoe UI"/>
                <a:ea typeface="+mn-lt"/>
                <a:cs typeface="+mn-lt"/>
              </a:rPr>
              <a:t>nur auf Platz zwei</a:t>
            </a:r>
            <a:r>
              <a:rPr lang="de-DE" sz="1100" dirty="0">
                <a:latin typeface="Segoe UI"/>
                <a:ea typeface="+mn-lt"/>
                <a:cs typeface="+mn-lt"/>
              </a:rPr>
              <a:t>. </a:t>
            </a:r>
            <a:r>
              <a:rPr lang="de-DE" sz="1100" b="1" dirty="0">
                <a:latin typeface="Segoe UI"/>
                <a:ea typeface="+mn-lt"/>
                <a:cs typeface="+mn-lt"/>
              </a:rPr>
              <a:t>Unterschiede zwischen Umsatz- und EBIT-Verhältnis</a:t>
            </a:r>
            <a:r>
              <a:rPr lang="de-DE" sz="1100" dirty="0">
                <a:latin typeface="Segoe UI"/>
                <a:ea typeface="+mn-lt"/>
                <a:cs typeface="+mn-lt"/>
              </a:rPr>
              <a:t> in den Regionen deuten auf </a:t>
            </a:r>
            <a:r>
              <a:rPr lang="de-DE" sz="1100" b="1" dirty="0">
                <a:latin typeface="Segoe UI"/>
                <a:ea typeface="+mn-lt"/>
                <a:cs typeface="+mn-lt"/>
              </a:rPr>
              <a:t>operative Stärken oder Schwächen</a:t>
            </a:r>
            <a:r>
              <a:rPr lang="de-DE" sz="1100" dirty="0">
                <a:latin typeface="Segoe UI"/>
                <a:ea typeface="+mn-lt"/>
                <a:cs typeface="+mn-lt"/>
              </a:rPr>
              <a:t>, </a:t>
            </a:r>
            <a:r>
              <a:rPr lang="de-DE" sz="1100" b="1" dirty="0">
                <a:latin typeface="Segoe UI"/>
                <a:ea typeface="+mn-lt"/>
                <a:cs typeface="+mn-lt"/>
              </a:rPr>
              <a:t>unterschiedliche Kostenstrukturen</a:t>
            </a:r>
            <a:r>
              <a:rPr lang="de-DE" sz="1100" dirty="0">
                <a:latin typeface="Segoe UI"/>
                <a:ea typeface="+mn-lt"/>
                <a:cs typeface="+mn-lt"/>
              </a:rPr>
              <a:t> oder </a:t>
            </a:r>
            <a:r>
              <a:rPr lang="de-DE" sz="1100" b="1" dirty="0">
                <a:latin typeface="Segoe UI"/>
                <a:ea typeface="+mn-lt"/>
                <a:cs typeface="+mn-lt"/>
              </a:rPr>
              <a:t>Marktcharakteristika</a:t>
            </a:r>
            <a:r>
              <a:rPr lang="de-DE" sz="1100" dirty="0">
                <a:latin typeface="Segoe UI"/>
                <a:ea typeface="+mn-lt"/>
                <a:cs typeface="+mn-lt"/>
              </a:rPr>
              <a:t> hin.</a:t>
            </a:r>
            <a:endParaRPr lang="de-DE" sz="1100" dirty="0"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Marktabdeckung: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Globale aufgestellte Hersteller 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wie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Toyota oder BMW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 sichern sich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langfristige Wettbewerbsfähigkeit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.  Im Gegensatz dazu ist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Ford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, wer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erfolgreich in Europa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 operiert, aber seine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Präsenz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 ist in den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beiden anderen Regionen sehr begrenzt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. Dies zeigt, dass eine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ausgewogene Entwicklung über verschiedene Märkte 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entscheidend ist, um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Wettbewerbsfähigkeit nachhaltig und langfristig zu verbessern 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und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geografische Risiken zu reduzieren.</a:t>
            </a:r>
            <a:endParaRPr lang="de-DE" sz="1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algn="l"/>
            <a:endParaRPr lang="de-DE" sz="1013" dirty="0">
              <a:latin typeface="Segoe UI"/>
              <a:cs typeface="Segoe UI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="" xmlns:a16="http://schemas.microsoft.com/office/drawing/2014/main" id="{4F25EB9C-B1F7-69BF-9736-89A13CFB397B}"/>
              </a:ext>
            </a:extLst>
          </p:cNvPr>
          <p:cNvSpPr txBox="1"/>
          <p:nvPr/>
        </p:nvSpPr>
        <p:spPr>
          <a:xfrm>
            <a:off x="7090185" y="796970"/>
            <a:ext cx="878363" cy="25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 err="1">
                <a:latin typeface="Segoe UI"/>
                <a:cs typeface="Segoe UI"/>
              </a:rPr>
              <a:t>Amerika</a:t>
            </a:r>
            <a:endParaRPr lang="en-US" sz="1300" b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6218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62A654-F8FD-2425-1EC5-FCDFEEF5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26" y="160182"/>
            <a:ext cx="6730895" cy="6288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3200" b="1">
                <a:solidFill>
                  <a:srgbClr val="000000"/>
                </a:solidFill>
                <a:latin typeface="Segoe UI"/>
                <a:cs typeface="Segoe UI"/>
              </a:rPr>
              <a:t>Analyse der </a:t>
            </a:r>
            <a:r>
              <a:rPr lang="de-DE" sz="3200" b="1" err="1">
                <a:solidFill>
                  <a:srgbClr val="000000"/>
                </a:solidFill>
                <a:latin typeface="Segoe UI"/>
                <a:cs typeface="Segoe UI"/>
              </a:rPr>
              <a:t>mitarbeiter</a:t>
            </a:r>
            <a:endParaRPr lang="de-DE" sz="3200" err="1"/>
          </a:p>
          <a:p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="" xmlns:a16="http://schemas.microsoft.com/office/drawing/2014/main" id="{5DE95785-2633-A67A-B924-294C36393E43}"/>
              </a:ext>
            </a:extLst>
          </p:cNvPr>
          <p:cNvSpPr txBox="1"/>
          <p:nvPr/>
        </p:nvSpPr>
        <p:spPr>
          <a:xfrm>
            <a:off x="519837" y="3086823"/>
            <a:ext cx="8135809" cy="30065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Effizienz und Umsatz: </a:t>
            </a:r>
            <a:r>
              <a:rPr lang="de-DE" sz="1200" dirty="0">
                <a:latin typeface="Segoe UI"/>
                <a:ea typeface="+mn-lt"/>
                <a:cs typeface="+mn-lt"/>
              </a:rPr>
              <a:t>Basierend auf den Daten erzielen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Bowers, Mccray und Wong</a:t>
            </a:r>
            <a:r>
              <a:rPr lang="de-DE" sz="1200" dirty="0">
                <a:latin typeface="Segoe UI"/>
                <a:ea typeface="+mn-lt"/>
                <a:cs typeface="+mn-lt"/>
              </a:rPr>
              <a:t> die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höchsten Werte bei Umsatz und EBIT</a:t>
            </a:r>
            <a:r>
              <a:rPr lang="de-DE" sz="1200" dirty="0">
                <a:latin typeface="Segoe UI"/>
                <a:ea typeface="+mn-lt"/>
                <a:cs typeface="+mn-lt"/>
              </a:rPr>
              <a:t>. Bei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Rentabilität</a:t>
            </a:r>
            <a:r>
              <a:rPr lang="de-DE" sz="1200" dirty="0">
                <a:latin typeface="Segoe UI"/>
                <a:ea typeface="+mn-lt"/>
                <a:cs typeface="+mn-lt"/>
              </a:rPr>
              <a:t> ist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</a:t>
            </a:r>
            <a:r>
              <a:rPr lang="de-DE" sz="1200" dirty="0">
                <a:latin typeface="Segoe UI"/>
                <a:ea typeface="+mn-lt"/>
                <a:cs typeface="+mn-lt"/>
              </a:rPr>
              <a:t> jedoch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trotz des höchsten Umsatzes</a:t>
            </a:r>
            <a:r>
              <a:rPr lang="de-DE" sz="1200" dirty="0">
                <a:latin typeface="Segoe UI"/>
                <a:ea typeface="+mn-lt"/>
                <a:cs typeface="+mn-lt"/>
              </a:rPr>
              <a:t> nicht unter den Top 3. </a:t>
            </a:r>
            <a:r>
              <a:rPr lang="de-DE" sz="1200" b="1" dirty="0">
                <a:latin typeface="Segoe UI"/>
                <a:ea typeface="+mn-lt"/>
                <a:cs typeface="+mn-lt"/>
              </a:rPr>
              <a:t>Kumar</a:t>
            </a:r>
            <a:r>
              <a:rPr lang="de-DE" sz="1200" dirty="0">
                <a:latin typeface="Segoe UI"/>
                <a:ea typeface="+mn-lt"/>
                <a:cs typeface="+mn-lt"/>
              </a:rPr>
              <a:t> hingegen liegt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trotz geringem Umsatz</a:t>
            </a:r>
            <a:r>
              <a:rPr lang="de-DE" sz="1200" dirty="0">
                <a:latin typeface="Segoe UI"/>
                <a:ea typeface="+mn-lt"/>
                <a:cs typeface="+mn-lt"/>
              </a:rPr>
              <a:t> mit einer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EBIT-Marge von 11,68 %</a:t>
            </a:r>
            <a:r>
              <a:rPr lang="de-DE" sz="1200" dirty="0">
                <a:latin typeface="Segoe UI"/>
                <a:ea typeface="+mn-lt"/>
                <a:cs typeface="+mn-lt"/>
              </a:rPr>
              <a:t> unter den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drei profitabelsten Mitarbeitern</a:t>
            </a:r>
            <a:r>
              <a:rPr lang="de-DE" sz="1200" dirty="0">
                <a:latin typeface="Segoe UI"/>
                <a:ea typeface="+mn-lt"/>
                <a:cs typeface="+mn-lt"/>
              </a:rPr>
              <a:t>. </a:t>
            </a:r>
            <a:br>
              <a:rPr lang="de-DE" sz="1200" dirty="0">
                <a:latin typeface="Segoe UI"/>
                <a:ea typeface="+mn-lt"/>
                <a:cs typeface="+mn-lt"/>
              </a:rPr>
            </a:br>
            <a:r>
              <a:rPr lang="de-DE" sz="1200" dirty="0">
                <a:latin typeface="Segoe UI"/>
                <a:ea typeface="+mn-lt"/>
                <a:cs typeface="+mn-lt"/>
              </a:rPr>
              <a:t>--&gt;</a:t>
            </a:r>
            <a:r>
              <a:rPr lang="de-DE" sz="1200" b="1" dirty="0">
                <a:latin typeface="Segoe UI"/>
                <a:ea typeface="+mn-lt"/>
                <a:cs typeface="+mn-lt"/>
              </a:rPr>
              <a:t> Hoher Umsatz garantiert nicht automatisch hohe Rentabilität</a:t>
            </a:r>
            <a:r>
              <a:rPr lang="de-DE" sz="1200" dirty="0">
                <a:latin typeface="Segoe UI"/>
                <a:ea typeface="+mn-lt"/>
                <a:cs typeface="+mn-lt"/>
              </a:rPr>
              <a:t>– um die Rentabilität zu gewährleisten, </a:t>
            </a:r>
            <a:r>
              <a:rPr lang="de-DE" sz="1200" b="1" dirty="0">
                <a:latin typeface="Segoe UI"/>
                <a:ea typeface="+mn-lt"/>
                <a:cs typeface="+mn-lt"/>
              </a:rPr>
              <a:t>Vertragsqualität, Kundentyp</a:t>
            </a:r>
            <a:r>
              <a:rPr lang="de-DE" sz="1200" dirty="0">
                <a:latin typeface="Segoe UI"/>
                <a:ea typeface="+mn-lt"/>
                <a:cs typeface="+mn-lt"/>
              </a:rPr>
              <a:t> 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interne Effizienz</a:t>
            </a:r>
            <a:r>
              <a:rPr lang="de-DE" sz="1200" dirty="0">
                <a:latin typeface="Segoe UI"/>
                <a:ea typeface="+mn-lt"/>
                <a:cs typeface="+mn-lt"/>
              </a:rPr>
              <a:t> müssen sorgfältig geprüft.</a:t>
            </a:r>
            <a:endParaRPr lang="de-DE" sz="1200" dirty="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Schulung und Umsatz: </a:t>
            </a:r>
            <a:r>
              <a:rPr lang="de-DE" sz="1200" dirty="0">
                <a:latin typeface="Segoe UI"/>
                <a:ea typeface="+mn-lt"/>
                <a:cs typeface="+mn-lt"/>
              </a:rPr>
              <a:t>Es besteht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kein direkter Zusammenhang</a:t>
            </a:r>
            <a:r>
              <a:rPr lang="de-DE" sz="1200" dirty="0">
                <a:latin typeface="Segoe UI"/>
                <a:ea typeface="+mn-lt"/>
                <a:cs typeface="+mn-lt"/>
              </a:rPr>
              <a:t> zwischen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Anzahl der Schulungsstunden</a:t>
            </a:r>
            <a:r>
              <a:rPr lang="de-DE" sz="1200" dirty="0">
                <a:latin typeface="Segoe UI"/>
                <a:ea typeface="+mn-lt"/>
                <a:cs typeface="+mn-lt"/>
              </a:rPr>
              <a:t> und den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erzielten Umsätzen</a:t>
            </a:r>
            <a:r>
              <a:rPr lang="de-DE" sz="1200" dirty="0">
                <a:latin typeface="Segoe UI"/>
                <a:ea typeface="+mn-lt"/>
                <a:cs typeface="+mn-lt"/>
              </a:rPr>
              <a:t>. Z.B. absolvieren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 und Hirst</a:t>
            </a:r>
            <a:r>
              <a:rPr lang="de-DE" sz="1200" dirty="0">
                <a:latin typeface="Segoe UI"/>
                <a:ea typeface="+mn-lt"/>
                <a:cs typeface="+mn-lt"/>
              </a:rPr>
              <a:t> beide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75 Schulungsstunden</a:t>
            </a:r>
            <a:r>
              <a:rPr lang="de-DE" sz="1200" dirty="0">
                <a:latin typeface="Segoe UI"/>
                <a:ea typeface="+mn-lt"/>
                <a:cs typeface="+mn-lt"/>
              </a:rPr>
              <a:t>, jedoch erzielt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 fast den vierfachen Umsatz</a:t>
            </a:r>
            <a:r>
              <a:rPr lang="de-DE" sz="1200" dirty="0">
                <a:latin typeface="Segoe UI"/>
                <a:ea typeface="+mn-lt"/>
                <a:cs typeface="+mn-lt"/>
              </a:rPr>
              <a:t>. Dies zeigt: </a:t>
            </a:r>
            <a:r>
              <a:rPr lang="de-DE" sz="1200" b="1" dirty="0">
                <a:latin typeface="Segoe UI"/>
                <a:ea typeface="+mn-lt"/>
                <a:cs typeface="+mn-lt"/>
              </a:rPr>
              <a:t>Schulungsqualität</a:t>
            </a:r>
            <a:r>
              <a:rPr lang="de-DE" sz="1200" dirty="0">
                <a:latin typeface="Segoe UI"/>
                <a:ea typeface="+mn-lt"/>
                <a:cs typeface="+mn-lt"/>
              </a:rPr>
              <a:t> 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individuelle Stärken</a:t>
            </a:r>
            <a:r>
              <a:rPr lang="de-DE" sz="1200" dirty="0">
                <a:latin typeface="Segoe UI"/>
                <a:ea typeface="+mn-lt"/>
                <a:cs typeface="+mn-lt"/>
              </a:rPr>
              <a:t> haben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größeren Einfluss auf die Verkaufsergebnisse</a:t>
            </a:r>
          </a:p>
          <a:p>
            <a:pPr marL="228600" indent="-228600">
              <a:buAutoNum type="arabicPeriod"/>
            </a:pPr>
            <a:endParaRPr lang="de-DE" sz="1200" b="1" dirty="0">
              <a:solidFill>
                <a:srgbClr val="4472C4"/>
              </a:solidFill>
              <a:latin typeface="Segoe UI"/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de-DE" sz="1200" b="1" dirty="0">
                <a:solidFill>
                  <a:srgbClr val="4472C4"/>
                </a:solidFill>
                <a:latin typeface="Segoe UI"/>
                <a:ea typeface="Calibri"/>
                <a:cs typeface="Calibri"/>
              </a:rPr>
              <a:t>Erfahrung und Sales: </a:t>
            </a:r>
            <a:r>
              <a:rPr lang="de-DE" sz="1200" dirty="0">
                <a:latin typeface="Segoe UI"/>
                <a:ea typeface="+mn-lt"/>
                <a:cs typeface="+mn-lt"/>
              </a:rPr>
              <a:t>Es gibt einen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allgemeinen Trend</a:t>
            </a:r>
            <a:r>
              <a:rPr lang="de-DE" sz="1200" dirty="0">
                <a:latin typeface="Segoe UI"/>
                <a:ea typeface="+mn-lt"/>
                <a:cs typeface="+mn-lt"/>
              </a:rPr>
              <a:t>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je länger die Mitarbeiter im Unternehmen sind</a:t>
            </a:r>
            <a:r>
              <a:rPr lang="de-DE" sz="1200" dirty="0">
                <a:latin typeface="Segoe UI"/>
                <a:ea typeface="+mn-lt"/>
                <a:cs typeface="+mn-lt"/>
              </a:rPr>
              <a:t>, desto </a:t>
            </a:r>
            <a:r>
              <a:rPr lang="de-DE" sz="1200" b="1" dirty="0">
                <a:latin typeface="Segoe UI"/>
                <a:ea typeface="+mn-lt"/>
                <a:cs typeface="+mn-lt"/>
              </a:rPr>
              <a:t>höher sind die Verkaufszahlen</a:t>
            </a:r>
            <a:r>
              <a:rPr lang="de-DE" sz="1200" dirty="0">
                <a:latin typeface="Segoe UI"/>
                <a:ea typeface="+mn-lt"/>
                <a:cs typeface="+mn-lt"/>
              </a:rPr>
              <a:t>. Dies könnte auf die Vorteile von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Erfahrung</a:t>
            </a:r>
            <a:r>
              <a:rPr lang="de-DE" sz="1200" dirty="0">
                <a:latin typeface="Segoe UI"/>
                <a:ea typeface="+mn-lt"/>
                <a:cs typeface="+mn-lt"/>
              </a:rPr>
              <a:t> 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umfassender Kenntnis des Unternehmens</a:t>
            </a:r>
            <a:r>
              <a:rPr lang="de-DE" sz="1200" dirty="0">
                <a:latin typeface="Segoe UI"/>
                <a:ea typeface="+mn-lt"/>
                <a:cs typeface="+mn-lt"/>
              </a:rPr>
              <a:t>, seiner Produkte und Kunden hinweisen</a:t>
            </a:r>
            <a:br>
              <a:rPr lang="de-DE" sz="1200" dirty="0">
                <a:latin typeface="Segoe UI"/>
                <a:ea typeface="+mn-lt"/>
                <a:cs typeface="+mn-lt"/>
              </a:rPr>
            </a:br>
            <a:r>
              <a:rPr lang="de-DE" sz="1200" dirty="0">
                <a:latin typeface="Segoe UI"/>
                <a:ea typeface="Calibri"/>
                <a:cs typeface="Calibri"/>
              </a:rPr>
              <a:t>--&gt; Verbesserung der Trainingsprogramme, Förderungen der Mitarbeiterbindung, Mentorship-Programme</a:t>
            </a:r>
            <a:endParaRPr lang="de-DE" dirty="0">
              <a:latin typeface="Calisto MT" panose="02040603050505030304"/>
            </a:endParaRPr>
          </a:p>
        </p:txBody>
      </p:sp>
      <p:pic>
        <p:nvPicPr>
          <p:cNvPr id="8" name="Grafik 7" descr="Ein Bild, das Text, Screenshot, Software, Zahl enthält.&#10;&#10;KI-generierte Inhalte können fehlerhaft sein.">
            <a:extLst>
              <a:ext uri="{FF2B5EF4-FFF2-40B4-BE49-F238E27FC236}">
                <a16:creationId xmlns="" xmlns:a16="http://schemas.microsoft.com/office/drawing/2014/main" id="{730239BB-836E-C1CF-4667-58DE6B034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4" y="814709"/>
            <a:ext cx="3615111" cy="2126739"/>
          </a:xfrm>
          <a:prstGeom prst="rect">
            <a:avLst/>
          </a:prstGeom>
        </p:spPr>
      </p:pic>
      <p:pic>
        <p:nvPicPr>
          <p:cNvPr id="9" name="Grafik 8" descr="Ein Bild, das Text, Screenshot, Zahl enthält.&#10;&#10;KI-generierte Inhalte können fehlerhaft sein.">
            <a:extLst>
              <a:ext uri="{FF2B5EF4-FFF2-40B4-BE49-F238E27FC236}">
                <a16:creationId xmlns="" xmlns:a16="http://schemas.microsoft.com/office/drawing/2014/main" id="{8311E915-7852-A9CB-9EC7-3E6101AD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99" y="784131"/>
            <a:ext cx="2699919" cy="2156042"/>
          </a:xfrm>
          <a:prstGeom prst="rect">
            <a:avLst/>
          </a:prstGeom>
        </p:spPr>
      </p:pic>
      <p:pic>
        <p:nvPicPr>
          <p:cNvPr id="12" name="Grafik 11" descr="Ein Bild, das Text, Screenshot, Schrift, Zahl enthält.&#10;&#10;KI-generierte Inhalte können fehlerhaft sein.">
            <a:extLst>
              <a:ext uri="{FF2B5EF4-FFF2-40B4-BE49-F238E27FC236}">
                <a16:creationId xmlns="" xmlns:a16="http://schemas.microsoft.com/office/drawing/2014/main" id="{5B8C2247-1A07-C932-9EA0-C93150258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068" y="818248"/>
            <a:ext cx="2460283" cy="212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6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4C6F5F77-501F-1711-E1C1-C0601A58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373159-0F9B-F4F4-56FB-59CEA88F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42" y="338514"/>
            <a:ext cx="7682381" cy="135906"/>
          </a:xfrm>
        </p:spPr>
        <p:txBody>
          <a:bodyPr>
            <a:noAutofit/>
          </a:bodyPr>
          <a:lstStyle/>
          <a:p>
            <a:r>
              <a:rPr lang="en-US" sz="2400" b="1">
                <a:latin typeface="Segoe UI"/>
                <a:cs typeface="Segoe UI"/>
              </a:rPr>
              <a:t>Analyse Plan-Actual Sales 2023 - 2024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169BCC5-AB5D-5338-CC7C-B5A29120F1CC}"/>
              </a:ext>
            </a:extLst>
          </p:cNvPr>
          <p:cNvSpPr txBox="1"/>
          <p:nvPr/>
        </p:nvSpPr>
        <p:spPr>
          <a:xfrm>
            <a:off x="157769" y="809421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Segoe UI"/>
                <a:cs typeface="Segoe UI"/>
              </a:rPr>
              <a:t>Version Plan_2023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2D77650-E091-A41B-489C-F43ECFC293E3}"/>
              </a:ext>
            </a:extLst>
          </p:cNvPr>
          <p:cNvSpPr txBox="1"/>
          <p:nvPr/>
        </p:nvSpPr>
        <p:spPr>
          <a:xfrm>
            <a:off x="158795" y="3561320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Segoe UI"/>
                <a:cs typeface="Segoe UI"/>
              </a:rPr>
              <a:t>Version Plan_2024</a:t>
            </a:r>
          </a:p>
        </p:txBody>
      </p:sp>
      <p:pic>
        <p:nvPicPr>
          <p:cNvPr id="7" name="Grafik 6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248CE651-D5A1-86B5-ED12-551BBB61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8" y="1059976"/>
            <a:ext cx="2310199" cy="1695194"/>
          </a:xfrm>
          <a:prstGeom prst="rect">
            <a:avLst/>
          </a:prstGeom>
        </p:spPr>
      </p:pic>
      <p:pic>
        <p:nvPicPr>
          <p:cNvPr id="19" name="Grafik 18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19406AF1-5995-2AA2-F72B-3BE46DA08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3" y="3790550"/>
            <a:ext cx="2282449" cy="1691858"/>
          </a:xfrm>
          <a:prstGeom prst="rect">
            <a:avLst/>
          </a:prstGeom>
        </p:spPr>
      </p:pic>
      <p:pic>
        <p:nvPicPr>
          <p:cNvPr id="21" name="Grafik 20" descr="Ein Bild, das Text, Screenshot, Diagramm, Zahl enthält.&#10;&#10;KI-generierte Inhalte können fehlerhaft sein.">
            <a:extLst>
              <a:ext uri="{FF2B5EF4-FFF2-40B4-BE49-F238E27FC236}">
                <a16:creationId xmlns="" xmlns:a16="http://schemas.microsoft.com/office/drawing/2014/main" id="{E99525E6-E733-0E35-DAA8-61FB6E627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895" y="3790551"/>
            <a:ext cx="2999227" cy="1710433"/>
          </a:xfrm>
          <a:prstGeom prst="rect">
            <a:avLst/>
          </a:prstGeom>
        </p:spPr>
      </p:pic>
      <p:pic>
        <p:nvPicPr>
          <p:cNvPr id="23" name="Grafik 22" descr="Ein Bild, das Text, Screenshot, Schrift, Zahl enthält.&#10;&#10;KI-generierte Inhalte können fehlerhaft sein.">
            <a:extLst>
              <a:ext uri="{FF2B5EF4-FFF2-40B4-BE49-F238E27FC236}">
                <a16:creationId xmlns="" xmlns:a16="http://schemas.microsoft.com/office/drawing/2014/main" id="{0D49AFD4-428B-C99E-57CC-D95DEA291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0482" y="1060106"/>
            <a:ext cx="2940911" cy="1694938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="" xmlns:a16="http://schemas.microsoft.com/office/drawing/2014/main" id="{DAA0E6E3-E75A-3524-B04D-3748EEBE81CD}"/>
              </a:ext>
            </a:extLst>
          </p:cNvPr>
          <p:cNvSpPr txBox="1"/>
          <p:nvPr/>
        </p:nvSpPr>
        <p:spPr>
          <a:xfrm>
            <a:off x="5542508" y="809420"/>
            <a:ext cx="3357355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Segoe UI"/>
                <a:cs typeface="Segoe UI"/>
              </a:rPr>
              <a:t>​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Plan_2023</a:t>
            </a:r>
            <a:r>
              <a:rPr lang="en-US" sz="1100" b="1" dirty="0">
                <a:solidFill>
                  <a:srgbClr val="0070C0"/>
                </a:solidFill>
                <a:latin typeface="Segoe UI"/>
                <a:cs typeface="Segoe UI"/>
              </a:rPr>
              <a:t>:</a:t>
            </a:r>
            <a:endParaRPr lang="de-DE" sz="1100" dirty="0">
              <a:solidFill>
                <a:srgbClr val="0070C0"/>
              </a:solidFill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2023</a:t>
            </a:r>
            <a:r>
              <a:rPr lang="en-US" sz="1100" dirty="0">
                <a:latin typeface="Segoe UI"/>
                <a:ea typeface="+mn-lt"/>
                <a:cs typeface="Segoe UI"/>
              </a:rPr>
              <a:t>: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erreicht</a:t>
            </a:r>
            <a:r>
              <a:rPr lang="en-US" sz="1100" dirty="0">
                <a:latin typeface="Segoe UI"/>
                <a:ea typeface="+mn-lt"/>
                <a:cs typeface="Segoe UI"/>
              </a:rPr>
              <a:t> das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Umsatzziel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(1,6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Mrd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. €)</a:t>
            </a: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2024</a:t>
            </a:r>
            <a:r>
              <a:rPr lang="en-US" sz="1100" dirty="0">
                <a:latin typeface="Segoe UI"/>
                <a:ea typeface="+mn-lt"/>
                <a:cs typeface="Segoe UI"/>
              </a:rPr>
              <a:t>: 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steigt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ca. 5 %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über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dem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Plan (2,1 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Mrd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. €)</a:t>
            </a:r>
            <a:endParaRPr lang="en-US" sz="1100" b="1" dirty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 err="1" smtClean="0">
                <a:latin typeface="Segoe UI"/>
                <a:ea typeface="+mn-lt"/>
                <a:cs typeface="Segoe UI"/>
              </a:rPr>
              <a:t>Alle</a:t>
            </a:r>
            <a:r>
              <a:rPr lang="en-US" sz="1100" b="1" dirty="0" smtClean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Organisationen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erfüllen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ihre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Planumsätze</a:t>
            </a:r>
            <a:r>
              <a:rPr lang="en-US" sz="1100" dirty="0">
                <a:latin typeface="Segoe UI"/>
                <a:ea typeface="+mn-lt"/>
                <a:cs typeface="Segoe UI"/>
              </a:rPr>
              <a:t>,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insbesonders</a:t>
            </a:r>
            <a:r>
              <a:rPr lang="en-US" sz="1100" dirty="0">
                <a:latin typeface="Segoe UI"/>
                <a:ea typeface="+mn-lt"/>
                <a:cs typeface="Segoe UI"/>
              </a:rPr>
              <a:t> Battery und Mechanics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treffen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leicht</a:t>
            </a:r>
            <a:r>
              <a:rPr lang="en-US" sz="1100" dirty="0">
                <a:latin typeface="Segoe UI"/>
                <a:ea typeface="+mn-lt"/>
                <a:cs typeface="Segoe UI"/>
              </a:rPr>
              <a:t> den Plan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über</a:t>
            </a:r>
            <a:r>
              <a:rPr lang="en-US" sz="1100" dirty="0" smtClean="0">
                <a:latin typeface="Segoe UI"/>
                <a:ea typeface="+mn-lt"/>
                <a:cs typeface="Segoe UI"/>
              </a:rPr>
              <a:t>.</a:t>
            </a:r>
            <a:endParaRPr lang="en-US" sz="1100" dirty="0">
              <a:latin typeface="Segoe UI"/>
              <a:cs typeface="Segoe UI"/>
            </a:endParaRPr>
          </a:p>
          <a:p>
            <a:endParaRPr lang="vi-VN" sz="1100" dirty="0" smtClean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cs typeface="Segoe UI"/>
              </a:rPr>
              <a:t>→ </a:t>
            </a:r>
            <a:r>
              <a:rPr lang="en-US" sz="1100" b="1" dirty="0">
                <a:latin typeface="Segoe UI"/>
                <a:cs typeface="Segoe UI"/>
              </a:rPr>
              <a:t>Plan_2023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ist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sinnvoll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aufgebaut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nahe</a:t>
            </a:r>
            <a:r>
              <a:rPr lang="en-US" sz="1100" dirty="0">
                <a:latin typeface="Segoe UI"/>
                <a:cs typeface="Segoe UI"/>
              </a:rPr>
              <a:t> an der </a:t>
            </a:r>
            <a:r>
              <a:rPr lang="en-US" sz="1100" dirty="0" err="1">
                <a:latin typeface="Segoe UI"/>
                <a:cs typeface="Segoe UI"/>
              </a:rPr>
              <a:t>Marktkapazität</a:t>
            </a:r>
            <a:r>
              <a:rPr lang="en-US" sz="1100" dirty="0">
                <a:latin typeface="Segoe UI"/>
                <a:cs typeface="Segoe UI"/>
              </a:rPr>
              <a:t> und </a:t>
            </a:r>
            <a:r>
              <a:rPr lang="en-US" sz="1100" dirty="0" err="1">
                <a:latin typeface="Segoe UI"/>
                <a:cs typeface="Segoe UI"/>
              </a:rPr>
              <a:t>Realität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endParaRPr lang="en-US" sz="1100" dirty="0">
              <a:solidFill>
                <a:srgbClr val="0070C0"/>
              </a:solidFill>
              <a:latin typeface="Segoe UI"/>
              <a:cs typeface="Segoe UI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Plan_2024:</a:t>
            </a: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>
                <a:latin typeface="Segoe UI"/>
                <a:cs typeface="Segoe UI"/>
              </a:rPr>
              <a:t>Actual </a:t>
            </a:r>
            <a:r>
              <a:rPr lang="en-US" sz="1100" b="1" dirty="0" err="1">
                <a:latin typeface="Segoe UI"/>
                <a:cs typeface="Segoe UI"/>
              </a:rPr>
              <a:t>vergrößert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sich</a:t>
            </a:r>
            <a:r>
              <a:rPr lang="en-US" sz="1100" dirty="0">
                <a:latin typeface="Segoe UI"/>
                <a:cs typeface="Segoe UI"/>
              </a:rPr>
              <a:t> um </a:t>
            </a:r>
            <a:r>
              <a:rPr lang="en-US" sz="1100" b="1" dirty="0">
                <a:latin typeface="Segoe UI"/>
                <a:cs typeface="Segoe UI"/>
              </a:rPr>
              <a:t>ca. 0,6 </a:t>
            </a:r>
            <a:r>
              <a:rPr lang="en-US" sz="1100" b="1" dirty="0" err="1">
                <a:latin typeface="Segoe UI"/>
                <a:cs typeface="Segoe UI"/>
              </a:rPr>
              <a:t>Mrd</a:t>
            </a:r>
            <a:r>
              <a:rPr lang="en-US" sz="1100" b="1" dirty="0">
                <a:latin typeface="Segoe UI"/>
                <a:cs typeface="Segoe UI"/>
              </a:rPr>
              <a:t>. €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nach</a:t>
            </a:r>
            <a:r>
              <a:rPr lang="en-US" sz="1100" dirty="0">
                <a:latin typeface="Segoe UI"/>
                <a:cs typeface="Segoe UI"/>
              </a:rPr>
              <a:t> 2023, </a:t>
            </a:r>
            <a:r>
              <a:rPr lang="en-US" sz="1100" b="1" dirty="0" err="1">
                <a:latin typeface="Segoe UI"/>
                <a:cs typeface="Segoe UI"/>
              </a:rPr>
              <a:t>bleibt</a:t>
            </a:r>
            <a:r>
              <a:rPr lang="en-US" sz="1100" b="1" dirty="0">
                <a:latin typeface="Segoe UI"/>
                <a:cs typeface="Segoe UI"/>
              </a:rPr>
              <a:t> ca. 5% </a:t>
            </a:r>
            <a:r>
              <a:rPr lang="en-US" sz="1100" b="1" dirty="0" err="1">
                <a:latin typeface="Segoe UI"/>
                <a:cs typeface="Segoe UI"/>
              </a:rPr>
              <a:t>über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dem</a:t>
            </a:r>
            <a:r>
              <a:rPr lang="en-US" sz="1100" b="1" dirty="0">
                <a:latin typeface="Segoe UI"/>
                <a:cs typeface="Segoe UI"/>
              </a:rPr>
              <a:t> Plan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 err="1">
                <a:latin typeface="Segoe UI"/>
                <a:cs typeface="Segoe UI"/>
              </a:rPr>
              <a:t>Planumsatz</a:t>
            </a:r>
            <a:r>
              <a:rPr lang="en-US" sz="1100" dirty="0">
                <a:latin typeface="Segoe UI"/>
                <a:cs typeface="Segoe UI"/>
              </a:rPr>
              <a:t> der </a:t>
            </a:r>
            <a:r>
              <a:rPr lang="en-US" sz="1100" b="1" dirty="0" err="1">
                <a:latin typeface="Segoe UI"/>
                <a:cs typeface="Segoe UI"/>
              </a:rPr>
              <a:t>jeweiligen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reduziert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deutlich</a:t>
            </a:r>
            <a:r>
              <a:rPr lang="en-US" sz="1100" dirty="0">
                <a:latin typeface="Segoe UI"/>
                <a:cs typeface="Segoe UI"/>
              </a:rPr>
              <a:t> (Battery: 40 %, Electronics: 37,5 %, Mechanics: 50%).</a:t>
            </a:r>
          </a:p>
          <a:p>
            <a:endParaRPr lang="vi-VN" sz="1100" dirty="0" smtClean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cs typeface="Segoe UI"/>
              </a:rPr>
              <a:t>→ </a:t>
            </a:r>
            <a:r>
              <a:rPr lang="en-US" sz="1100" b="1" dirty="0">
                <a:latin typeface="Segoe UI"/>
                <a:cs typeface="Segoe UI"/>
              </a:rPr>
              <a:t>Plan_2024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zeigt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einen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Trend </a:t>
            </a:r>
            <a:r>
              <a:rPr lang="en-US" sz="1100" b="1" dirty="0" err="1">
                <a:latin typeface="Segoe UI"/>
                <a:cs typeface="Segoe UI"/>
              </a:rPr>
              <a:t>zur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Verschärfung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der </a:t>
            </a:r>
            <a:r>
              <a:rPr lang="en-US" sz="1100" b="1" dirty="0" err="1">
                <a:latin typeface="Segoe UI"/>
                <a:cs typeface="Segoe UI"/>
              </a:rPr>
              <a:t>Planung</a:t>
            </a:r>
            <a:r>
              <a:rPr lang="en-US" sz="1100" b="1" dirty="0">
                <a:latin typeface="Segoe UI"/>
                <a:cs typeface="Segoe UI"/>
              </a:rPr>
              <a:t> in </a:t>
            </a:r>
            <a:r>
              <a:rPr lang="en-US" sz="1100" b="1" dirty="0" err="1">
                <a:latin typeface="Segoe UI"/>
                <a:cs typeface="Segoe UI"/>
              </a:rPr>
              <a:t>allen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Organisationen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trotz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gutem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Ist-Umsatz</a:t>
            </a:r>
            <a:r>
              <a:rPr lang="en-US" sz="1100" dirty="0">
                <a:latin typeface="Segoe UI"/>
                <a:cs typeface="Segoe UI"/>
              </a:rPr>
              <a:t> → </a:t>
            </a:r>
            <a:r>
              <a:rPr lang="en-US" sz="1100" dirty="0" err="1">
                <a:latin typeface="Segoe UI"/>
                <a:cs typeface="Segoe UI"/>
              </a:rPr>
              <a:t>Mögliche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Gründe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b="1" dirty="0" err="1">
                <a:latin typeface="Segoe UI"/>
                <a:cs typeface="Segoe UI"/>
              </a:rPr>
              <a:t>Strategien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anpassen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oder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Ressourcenprioritäten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verschieben</a:t>
            </a:r>
            <a:endParaRPr lang="en-US" sz="1100" b="1" dirty="0"/>
          </a:p>
        </p:txBody>
      </p:sp>
      <p:sp>
        <p:nvSpPr>
          <p:cNvPr id="4" name="Textfeld 23">
            <a:extLst>
              <a:ext uri="{FF2B5EF4-FFF2-40B4-BE49-F238E27FC236}">
                <a16:creationId xmlns="" xmlns:a16="http://schemas.microsoft.com/office/drawing/2014/main" id="{A11D38CF-0E6B-ED6C-E913-DB0EC032C9E2}"/>
              </a:ext>
            </a:extLst>
          </p:cNvPr>
          <p:cNvSpPr txBox="1"/>
          <p:nvPr/>
        </p:nvSpPr>
        <p:spPr>
          <a:xfrm>
            <a:off x="5542508" y="4995181"/>
            <a:ext cx="3323381" cy="11233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Segoe UI"/>
                <a:cs typeface="Segoe UI"/>
              </a:rPr>
              <a:t>​</a:t>
            </a:r>
            <a:r>
              <a:rPr lang="en-US" sz="1200" b="1" dirty="0" err="1" smtClean="0">
                <a:solidFill>
                  <a:srgbClr val="C00000"/>
                </a:solidFill>
                <a:latin typeface="Segoe UI"/>
                <a:cs typeface="Segoe UI"/>
              </a:rPr>
              <a:t>Fazit</a:t>
            </a:r>
            <a:r>
              <a:rPr lang="en-US" sz="1200" b="1" dirty="0" smtClean="0">
                <a:solidFill>
                  <a:srgbClr val="C00000"/>
                </a:solidFill>
                <a:latin typeface="Segoe UI"/>
                <a:cs typeface="Segoe UI"/>
              </a:rPr>
              <a:t>:</a:t>
            </a:r>
            <a:r>
              <a:rPr lang="vi-VN" sz="1200" dirty="0">
                <a:solidFill>
                  <a:srgbClr val="C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1100" dirty="0" err="1" smtClean="0">
                <a:latin typeface="Segoe UI"/>
              </a:rPr>
              <a:t>Bei</a:t>
            </a:r>
            <a:r>
              <a:rPr lang="en-US" sz="1100" dirty="0" smtClean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Betrachtung</a:t>
            </a:r>
            <a:r>
              <a:rPr lang="en-US" sz="1100" dirty="0">
                <a:latin typeface="Segoe UI"/>
              </a:rPr>
              <a:t> der </a:t>
            </a:r>
            <a:r>
              <a:rPr lang="en-US" sz="1100" dirty="0" err="1">
                <a:latin typeface="Segoe UI"/>
              </a:rPr>
              <a:t>einzelnen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Planversionen</a:t>
            </a:r>
            <a:r>
              <a:rPr lang="en-US" sz="1100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erfüllt</a:t>
            </a:r>
            <a:r>
              <a:rPr lang="en-US" sz="1100" b="1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Act_Sales</a:t>
            </a:r>
            <a:r>
              <a:rPr lang="en-US" sz="1100" b="1" dirty="0">
                <a:latin typeface="Segoe UI"/>
              </a:rPr>
              <a:t> 100% </a:t>
            </a:r>
            <a:r>
              <a:rPr lang="en-US" sz="1100" b="1" dirty="0" err="1">
                <a:latin typeface="Segoe UI"/>
              </a:rPr>
              <a:t>vom</a:t>
            </a:r>
            <a:r>
              <a:rPr lang="en-US" sz="1100" b="1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jeweiligen</a:t>
            </a:r>
            <a:r>
              <a:rPr lang="en-US" sz="1100" b="1" dirty="0">
                <a:latin typeface="Segoe UI"/>
              </a:rPr>
              <a:t> Plan</a:t>
            </a:r>
            <a:r>
              <a:rPr lang="en-US" sz="1100" dirty="0">
                <a:latin typeface="Segoe UI"/>
              </a:rPr>
              <a:t>, was </a:t>
            </a:r>
            <a:r>
              <a:rPr lang="en-US" sz="1100" dirty="0" err="1">
                <a:latin typeface="Segoe UI"/>
              </a:rPr>
              <a:t>ein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gutes</a:t>
            </a:r>
            <a:r>
              <a:rPr lang="en-US" sz="1100" dirty="0">
                <a:latin typeface="Segoe UI"/>
              </a:rPr>
              <a:t> Management und </a:t>
            </a:r>
            <a:r>
              <a:rPr lang="en-US" sz="1100" dirty="0" err="1">
                <a:latin typeface="Segoe UI"/>
              </a:rPr>
              <a:t>eine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tolle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Leistung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widerspiegelt</a:t>
            </a:r>
            <a:r>
              <a:rPr lang="en-US" sz="1100" dirty="0">
                <a:latin typeface="Segoe UI"/>
              </a:rPr>
              <a:t>. Dies </a:t>
            </a:r>
            <a:r>
              <a:rPr lang="en-US" sz="1100" dirty="0" err="1">
                <a:latin typeface="Segoe UI"/>
              </a:rPr>
              <a:t>zeigt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sich</a:t>
            </a:r>
            <a:r>
              <a:rPr lang="en-US" sz="1100" dirty="0">
                <a:latin typeface="Segoe UI"/>
              </a:rPr>
              <a:t> am </a:t>
            </a:r>
            <a:r>
              <a:rPr lang="en-US" sz="1100" b="1" dirty="0" err="1">
                <a:latin typeface="Segoe UI"/>
              </a:rPr>
              <a:t>positiven</a:t>
            </a:r>
            <a:r>
              <a:rPr lang="en-US" sz="1100" b="1" dirty="0">
                <a:latin typeface="Segoe UI"/>
              </a:rPr>
              <a:t> Delta der </a:t>
            </a:r>
            <a:r>
              <a:rPr lang="en-US" sz="1100" b="1" dirty="0" err="1">
                <a:latin typeface="Segoe UI"/>
              </a:rPr>
              <a:t>Planversionen</a:t>
            </a:r>
            <a:r>
              <a:rPr lang="en-US" sz="1100" b="1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zwischen</a:t>
            </a:r>
            <a:r>
              <a:rPr lang="en-US" sz="1100" b="1" dirty="0">
                <a:latin typeface="Segoe UI"/>
              </a:rPr>
              <a:t> Plan und </a:t>
            </a:r>
            <a:r>
              <a:rPr lang="en-US" sz="1100" b="1" dirty="0" err="1">
                <a:latin typeface="Segoe UI"/>
              </a:rPr>
              <a:t>Actual_Sales</a:t>
            </a:r>
            <a:r>
              <a:rPr lang="en-US" sz="1100" dirty="0">
                <a:latin typeface="Segoe UI"/>
                <a:cs typeface="Segoe UI"/>
              </a:rPr>
              <a:t>. </a:t>
            </a:r>
            <a:endParaRPr lang="en-US" sz="1100" dirty="0"/>
          </a:p>
        </p:txBody>
      </p:sp>
      <p:pic>
        <p:nvPicPr>
          <p:cNvPr id="15" name="Grafik 14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6DEF43D2-4307-6806-873E-131B8CEC4A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27" t="3712" r="7365" b="5597"/>
          <a:stretch>
            <a:fillRect/>
          </a:stretch>
        </p:blipFill>
        <p:spPr>
          <a:xfrm>
            <a:off x="2530677" y="5511501"/>
            <a:ext cx="960120" cy="564184"/>
          </a:xfrm>
          <a:prstGeom prst="rect">
            <a:avLst/>
          </a:prstGeom>
        </p:spPr>
      </p:pic>
      <p:pic>
        <p:nvPicPr>
          <p:cNvPr id="20" name="Grafik 19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C98F0991-13ED-6D6E-8AB2-796385BBCE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48" t="2523" r="4553" b="-342"/>
          <a:stretch>
            <a:fillRect/>
          </a:stretch>
        </p:blipFill>
        <p:spPr>
          <a:xfrm>
            <a:off x="2542015" y="2824581"/>
            <a:ext cx="960120" cy="623936"/>
          </a:xfrm>
          <a:prstGeom prst="rect">
            <a:avLst/>
          </a:prstGeom>
        </p:spPr>
      </p:pic>
      <p:pic>
        <p:nvPicPr>
          <p:cNvPr id="22" name="Grafik 21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6D4F7494-005A-C0B6-C58B-9237E48C15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78" t="2234" r="6360" b="206"/>
          <a:stretch>
            <a:fillRect/>
          </a:stretch>
        </p:blipFill>
        <p:spPr>
          <a:xfrm>
            <a:off x="3554384" y="2824666"/>
            <a:ext cx="958369" cy="623850"/>
          </a:xfrm>
          <a:prstGeom prst="rect">
            <a:avLst/>
          </a:prstGeom>
        </p:spPr>
      </p:pic>
      <p:pic>
        <p:nvPicPr>
          <p:cNvPr id="26" name="Grafik 25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BE7D040A-4B57-52F3-42DF-AE1F98602C0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27" t="3829" r="3609" b="2810"/>
          <a:stretch>
            <a:fillRect/>
          </a:stretch>
        </p:blipFill>
        <p:spPr>
          <a:xfrm>
            <a:off x="3535899" y="5509056"/>
            <a:ext cx="939549" cy="566629"/>
          </a:xfrm>
          <a:prstGeom prst="rect">
            <a:avLst/>
          </a:prstGeom>
        </p:spPr>
      </p:pic>
      <p:pic>
        <p:nvPicPr>
          <p:cNvPr id="28" name="Grafik 27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3B43E04F-161B-F57A-A019-6ED395F5D08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149" t="6306" r="4892" b="3356"/>
          <a:stretch>
            <a:fillRect/>
          </a:stretch>
        </p:blipFill>
        <p:spPr>
          <a:xfrm>
            <a:off x="4543177" y="5513739"/>
            <a:ext cx="874259" cy="561947"/>
          </a:xfrm>
          <a:prstGeom prst="rect">
            <a:avLst/>
          </a:prstGeom>
        </p:spPr>
      </p:pic>
      <p:pic>
        <p:nvPicPr>
          <p:cNvPr id="29" name="Grafik 28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9CCEF038-5534-71FC-6D9F-5596D6C553E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508" t="-1924" r="4672" b="4871"/>
          <a:stretch>
            <a:fillRect/>
          </a:stretch>
        </p:blipFill>
        <p:spPr>
          <a:xfrm>
            <a:off x="4569221" y="2798567"/>
            <a:ext cx="902171" cy="641703"/>
          </a:xfrm>
          <a:prstGeom prst="rect">
            <a:avLst/>
          </a:prstGeom>
        </p:spPr>
      </p:pic>
      <p:pic>
        <p:nvPicPr>
          <p:cNvPr id="31" name="Grafik 30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5F6257BF-FD21-F555-E9B0-E5DB766A9A5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20" t="468" r="6105" b="-1990"/>
          <a:stretch>
            <a:fillRect/>
          </a:stretch>
        </p:blipFill>
        <p:spPr>
          <a:xfrm>
            <a:off x="356823" y="2823130"/>
            <a:ext cx="914400" cy="599132"/>
          </a:xfrm>
          <a:prstGeom prst="rect">
            <a:avLst/>
          </a:prstGeom>
        </p:spPr>
      </p:pic>
      <p:pic>
        <p:nvPicPr>
          <p:cNvPr id="32" name="Grafik 31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0A7B2666-680B-852C-63AC-0AA08BB0E17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792" t="2087" r="4407" b="3115"/>
          <a:stretch>
            <a:fillRect/>
          </a:stretch>
        </p:blipFill>
        <p:spPr>
          <a:xfrm>
            <a:off x="1383053" y="2824581"/>
            <a:ext cx="942159" cy="585216"/>
          </a:xfrm>
          <a:prstGeom prst="rect">
            <a:avLst/>
          </a:prstGeom>
        </p:spPr>
      </p:pic>
      <p:pic>
        <p:nvPicPr>
          <p:cNvPr id="33" name="Grafik 32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C82EB8F4-EC2F-73D5-009F-26657E8CC0B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367" t="4961" r="1367" b="3907"/>
          <a:stretch/>
        </p:blipFill>
        <p:spPr>
          <a:xfrm>
            <a:off x="818259" y="5513740"/>
            <a:ext cx="958439" cy="56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9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19D35695-EF1E-B70A-A77A-44108AA3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DBC64E7-AEF8-8FB8-DD4F-30B1BFA81032}"/>
              </a:ext>
            </a:extLst>
          </p:cNvPr>
          <p:cNvSpPr txBox="1"/>
          <p:nvPr/>
        </p:nvSpPr>
        <p:spPr>
          <a:xfrm>
            <a:off x="147657" y="851663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Segoe UI"/>
                <a:cs typeface="Segoe UI"/>
              </a:rPr>
              <a:t>Version Plan_2023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2F49847-5DBE-8085-82FC-CDC914B67E18}"/>
              </a:ext>
            </a:extLst>
          </p:cNvPr>
          <p:cNvSpPr txBox="1"/>
          <p:nvPr/>
        </p:nvSpPr>
        <p:spPr>
          <a:xfrm>
            <a:off x="148436" y="3419612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Segoe UI"/>
                <a:cs typeface="Segoe UI"/>
              </a:rPr>
              <a:t>Version Plan_2024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9C2437F3-F248-E53C-C776-305B733E4A59}"/>
              </a:ext>
            </a:extLst>
          </p:cNvPr>
          <p:cNvSpPr txBox="1"/>
          <p:nvPr/>
        </p:nvSpPr>
        <p:spPr>
          <a:xfrm>
            <a:off x="5612881" y="4977148"/>
            <a:ext cx="3365703" cy="9387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100" b="1" dirty="0" err="1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Fazit</a:t>
            </a:r>
            <a:r>
              <a:rPr lang="en-US" sz="1100" b="1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:</a:t>
            </a:r>
            <a:r>
              <a:rPr lang="en-US" sz="11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 err="1" smtClean="0">
                <a:latin typeface="Segoe UI"/>
                <a:ea typeface="Calibri"/>
                <a:cs typeface="Segoe UI"/>
              </a:rPr>
              <a:t>Materialkosten</a:t>
            </a:r>
            <a:r>
              <a:rPr lang="en-US" sz="1100" dirty="0" smtClean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im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Jahr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2023 und 2024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relativ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stabil</a:t>
            </a:r>
            <a:r>
              <a:rPr lang="en-US" sz="1100" dirty="0">
                <a:latin typeface="Segoe UI"/>
                <a:ea typeface="Calibri"/>
                <a:cs typeface="Segoe UI"/>
              </a:rPr>
              <a:t>,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liegen</a:t>
            </a:r>
            <a:r>
              <a:rPr lang="en-US" sz="1100" dirty="0"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Actual_Kosten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jedoch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ständig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über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 Plan</a:t>
            </a:r>
            <a:r>
              <a:rPr lang="en-US" sz="1100" dirty="0">
                <a:latin typeface="Segoe UI"/>
                <a:ea typeface="Calibri"/>
                <a:cs typeface="Segoe UI"/>
              </a:rPr>
              <a:t>.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Obwohl</a:t>
            </a:r>
            <a:r>
              <a:rPr lang="en-US" sz="1100" dirty="0"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Plan_2024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hinsichtlich</a:t>
            </a:r>
            <a:r>
              <a:rPr lang="en-US" sz="1100" dirty="0">
                <a:latin typeface="Segoe UI"/>
                <a:ea typeface="Calibri"/>
                <a:cs typeface="Segoe UI"/>
              </a:rPr>
              <a:t> der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Einsparungen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ehrgeizig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ist</a:t>
            </a:r>
            <a:r>
              <a:rPr lang="en-US" sz="1100" dirty="0">
                <a:latin typeface="Segoe UI"/>
                <a:ea typeface="Calibri"/>
                <a:cs typeface="Segoe UI"/>
              </a:rPr>
              <a:t>,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stellt</a:t>
            </a:r>
            <a:r>
              <a:rPr lang="en-US" sz="1100" dirty="0">
                <a:latin typeface="Segoe UI"/>
                <a:ea typeface="Calibri"/>
                <a:cs typeface="Segoe UI"/>
              </a:rPr>
              <a:t> die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Umsetzung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große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Herausforderung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dar</a:t>
            </a:r>
            <a:r>
              <a:rPr lang="en-US" sz="1100" dirty="0">
                <a:latin typeface="Segoe UI"/>
                <a:ea typeface="Calibri"/>
                <a:cs typeface="Segoe UI"/>
              </a:rPr>
              <a:t>.</a:t>
            </a:r>
            <a:endParaRPr lang="en-US" sz="1100" dirty="0"/>
          </a:p>
        </p:txBody>
      </p:sp>
      <p:sp>
        <p:nvSpPr>
          <p:cNvPr id="6" name="Title 1">
            <a:extLst>
              <a:ext uri="{FF2B5EF4-FFF2-40B4-BE49-F238E27FC236}">
                <a16:creationId xmlns="" xmlns:a16="http://schemas.microsoft.com/office/drawing/2014/main" id="{1C8A7F42-9AC0-D817-F9E7-955A6EFE019A}"/>
              </a:ext>
            </a:extLst>
          </p:cNvPr>
          <p:cNvSpPr>
            <a:spLocks noGrp="1"/>
          </p:cNvSpPr>
          <p:nvPr/>
        </p:nvSpPr>
        <p:spPr>
          <a:xfrm>
            <a:off x="527419" y="324137"/>
            <a:ext cx="7668903" cy="2365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latin typeface="Segoe UI"/>
                <a:cs typeface="Segoe UI"/>
              </a:rPr>
              <a:t>Analyse Plan-Actual Material 2023 - 2024</a:t>
            </a:r>
            <a:endParaRPr lang="en-US" sz="2400">
              <a:latin typeface="Segoe UI"/>
              <a:cs typeface="Segoe UI"/>
            </a:endParaRPr>
          </a:p>
        </p:txBody>
      </p:sp>
      <p:pic>
        <p:nvPicPr>
          <p:cNvPr id="2" name="Grafik 1" descr="Ein Bild, das Text, Screenshot, Schrift, Zahl enthält.&#10;&#10;KI-generierte Inhalte können fehlerhaft sein.">
            <a:extLst>
              <a:ext uri="{FF2B5EF4-FFF2-40B4-BE49-F238E27FC236}">
                <a16:creationId xmlns="" xmlns:a16="http://schemas.microsoft.com/office/drawing/2014/main" id="{08669F75-B0A4-37D9-E232-3CB4D5D5E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44" y="1110113"/>
            <a:ext cx="2249817" cy="1699053"/>
          </a:xfrm>
          <a:prstGeom prst="rect">
            <a:avLst/>
          </a:prstGeom>
        </p:spPr>
      </p:pic>
      <p:pic>
        <p:nvPicPr>
          <p:cNvPr id="20" name="Grafik 19" descr="Ein Bild, das Text, Screenshot, Schrift, Zahl enthält.&#10;&#10;KI-generierte Inhalte können fehlerhaft sein.">
            <a:extLst>
              <a:ext uri="{FF2B5EF4-FFF2-40B4-BE49-F238E27FC236}">
                <a16:creationId xmlns="" xmlns:a16="http://schemas.microsoft.com/office/drawing/2014/main" id="{BD3F7601-6C78-871A-31CF-4BF33AF2B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43" y="3738431"/>
            <a:ext cx="2266813" cy="1708607"/>
          </a:xfrm>
          <a:prstGeom prst="rect">
            <a:avLst/>
          </a:prstGeom>
        </p:spPr>
      </p:pic>
      <p:pic>
        <p:nvPicPr>
          <p:cNvPr id="23" name="Grafik 22" descr="Ein Bild, das Text, Screenshot, Schrift, Zahl enthält.&#10;&#10;KI-generierte Inhalte können fehlerhaft sein.">
            <a:extLst>
              <a:ext uri="{FF2B5EF4-FFF2-40B4-BE49-F238E27FC236}">
                <a16:creationId xmlns="" xmlns:a16="http://schemas.microsoft.com/office/drawing/2014/main" id="{1684257D-FA4D-BB33-1071-139B09CA9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905" y="1110113"/>
            <a:ext cx="2933115" cy="1699053"/>
          </a:xfrm>
          <a:prstGeom prst="rect">
            <a:avLst/>
          </a:prstGeom>
        </p:spPr>
      </p:pic>
      <p:pic>
        <p:nvPicPr>
          <p:cNvPr id="24" name="Grafik 23" descr="Ein Bild, das Text, Screenshot, Diagramm, Zahl enthält.&#10;&#10;KI-generierte Inhalte können fehlerhaft sein.">
            <a:extLst>
              <a:ext uri="{FF2B5EF4-FFF2-40B4-BE49-F238E27FC236}">
                <a16:creationId xmlns="" xmlns:a16="http://schemas.microsoft.com/office/drawing/2014/main" id="{87242FBE-5EF3-FFA1-87CF-D63711950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9548" y="3738432"/>
            <a:ext cx="2918472" cy="1708607"/>
          </a:xfrm>
          <a:prstGeom prst="rect">
            <a:avLst/>
          </a:prstGeom>
        </p:spPr>
      </p:pic>
      <p:sp>
        <p:nvSpPr>
          <p:cNvPr id="5" name="Textfeld 23">
            <a:extLst>
              <a:ext uri="{FF2B5EF4-FFF2-40B4-BE49-F238E27FC236}">
                <a16:creationId xmlns="" xmlns:a16="http://schemas.microsoft.com/office/drawing/2014/main" id="{237D9E64-45CA-8692-9084-F264EEE7FB41}"/>
              </a:ext>
            </a:extLst>
          </p:cNvPr>
          <p:cNvSpPr txBox="1"/>
          <p:nvPr/>
        </p:nvSpPr>
        <p:spPr>
          <a:xfrm>
            <a:off x="5582583" y="960663"/>
            <a:ext cx="3426296" cy="40164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latin typeface="Segoe UI"/>
                <a:cs typeface="Segoe UI"/>
              </a:rPr>
              <a:t>​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Plan_2023:</a:t>
            </a:r>
            <a:endParaRPr lang="de-DE" sz="1200" dirty="0">
              <a:solidFill>
                <a:srgbClr val="0070C0"/>
              </a:solidFill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2023: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</a:t>
            </a:r>
            <a:r>
              <a:rPr lang="en-US" sz="1100" dirty="0">
                <a:latin typeface="Segoe UI"/>
                <a:ea typeface="+mn-lt"/>
                <a:cs typeface="Segoe UI"/>
              </a:rPr>
              <a:t> 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ist</a:t>
            </a:r>
            <a:r>
              <a:rPr lang="en-US" sz="1100" dirty="0">
                <a:latin typeface="Segoe UI"/>
                <a:ea typeface="+mn-lt"/>
                <a:cs typeface="Segoe UI"/>
              </a:rPr>
              <a:t> ca.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4,11%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höher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als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Plan</a:t>
            </a: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2024: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</a:t>
            </a:r>
            <a:r>
              <a:rPr lang="en-US" sz="1100" dirty="0">
                <a:latin typeface="Segoe UI"/>
                <a:ea typeface="+mn-lt"/>
                <a:cs typeface="Segoe UI"/>
              </a:rPr>
              <a:t> 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steigt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dirty="0">
                <a:latin typeface="Segoe UI"/>
                <a:ea typeface="+mn-lt"/>
                <a:cs typeface="Segoe UI"/>
              </a:rPr>
              <a:t>ca.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2,74% %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über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dem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Plan</a:t>
            </a:r>
            <a:endParaRPr lang="en-US" sz="1100" b="1" dirty="0"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>
                <a:latin typeface="Segoe UI"/>
                <a:cs typeface="Segoe UI"/>
              </a:rPr>
              <a:t>Electronics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b="1" dirty="0" err="1">
                <a:latin typeface="Segoe UI"/>
                <a:cs typeface="Segoe UI"/>
              </a:rPr>
              <a:t>höchsten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Kostenanteil</a:t>
            </a:r>
            <a:r>
              <a:rPr lang="en-US" sz="1100" dirty="0">
                <a:latin typeface="Segoe UI"/>
                <a:cs typeface="Segoe UI"/>
              </a:rPr>
              <a:t> und </a:t>
            </a:r>
            <a:r>
              <a:rPr lang="en-US" sz="1100" b="1" dirty="0" err="1">
                <a:latin typeface="Segoe UI"/>
                <a:cs typeface="Segoe UI"/>
              </a:rPr>
              <a:t>entspricht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etwa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dem</a:t>
            </a:r>
            <a:r>
              <a:rPr lang="en-US" sz="1100" b="1" dirty="0">
                <a:latin typeface="Segoe UI"/>
                <a:cs typeface="Segoe UI"/>
              </a:rPr>
              <a:t> Plan (~1,2 </a:t>
            </a:r>
            <a:r>
              <a:rPr lang="en-US" sz="1100" b="1" dirty="0" err="1">
                <a:latin typeface="Segoe UI"/>
                <a:cs typeface="Segoe UI"/>
              </a:rPr>
              <a:t>Mrd</a:t>
            </a:r>
            <a:r>
              <a:rPr lang="en-US" sz="1100" b="1" dirty="0">
                <a:latin typeface="Segoe UI"/>
                <a:cs typeface="Segoe UI"/>
              </a:rPr>
              <a:t>. €)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steht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aber</a:t>
            </a:r>
            <a:r>
              <a:rPr lang="en-US" sz="1100" dirty="0">
                <a:latin typeface="Segoe UI"/>
                <a:cs typeface="Segoe UI"/>
              </a:rPr>
              <a:t> proportional </a:t>
            </a:r>
            <a:r>
              <a:rPr lang="en-US" sz="1100" dirty="0" err="1">
                <a:latin typeface="Segoe UI"/>
                <a:cs typeface="Segoe UI"/>
              </a:rPr>
              <a:t>zum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Umsatz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>
                <a:latin typeface="Segoe UI"/>
                <a:cs typeface="Segoe UI"/>
              </a:rPr>
              <a:t>Mechanics und Battery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b="1" dirty="0" err="1">
                <a:latin typeface="Segoe UI"/>
                <a:cs typeface="Segoe UI"/>
              </a:rPr>
              <a:t>geringe</a:t>
            </a:r>
            <a:r>
              <a:rPr lang="en-US" sz="1100" b="1" dirty="0">
                <a:latin typeface="Segoe UI"/>
                <a:cs typeface="Segoe UI"/>
              </a:rPr>
              <a:t> Actual-</a:t>
            </a:r>
            <a:r>
              <a:rPr lang="en-US" sz="1100" b="1" dirty="0" err="1">
                <a:latin typeface="Segoe UI"/>
                <a:cs typeface="Segoe UI"/>
              </a:rPr>
              <a:t>Kosten</a:t>
            </a:r>
            <a:r>
              <a:rPr lang="en-US" sz="1100" dirty="0">
                <a:latin typeface="Segoe UI"/>
                <a:cs typeface="Segoe UI"/>
              </a:rPr>
              <a:t> </a:t>
            </a:r>
            <a:r>
              <a:rPr lang="en-US" sz="1100" dirty="0" err="1">
                <a:latin typeface="Segoe UI"/>
                <a:cs typeface="Segoe UI"/>
              </a:rPr>
              <a:t>aber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nicht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effizient</a:t>
            </a:r>
            <a:r>
              <a:rPr lang="en-US" sz="1100" dirty="0">
                <a:latin typeface="Segoe UI"/>
                <a:cs typeface="Segoe UI"/>
              </a:rPr>
              <a:t>, da </a:t>
            </a:r>
            <a:r>
              <a:rPr lang="en-US" sz="1100" dirty="0" err="1">
                <a:latin typeface="Segoe UI"/>
                <a:cs typeface="Segoe UI"/>
              </a:rPr>
              <a:t>sie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höher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als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geplant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sind</a:t>
            </a:r>
            <a:r>
              <a:rPr lang="en-US" sz="1100" dirty="0" smtClean="0">
                <a:latin typeface="Segoe UI"/>
                <a:cs typeface="Segoe UI"/>
              </a:rPr>
              <a:t>.</a:t>
            </a:r>
            <a:endParaRPr lang="en-US" sz="1100" dirty="0"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cs typeface="Segoe UI"/>
              </a:rPr>
              <a:t>=&gt; </a:t>
            </a:r>
            <a:r>
              <a:rPr lang="en-US" sz="1100" b="1" dirty="0">
                <a:latin typeface="Segoe UI"/>
                <a:cs typeface="Segoe UI"/>
              </a:rPr>
              <a:t>Plan_2023: </a:t>
            </a:r>
            <a:r>
              <a:rPr lang="en-US" sz="1100" dirty="0">
                <a:latin typeface="Segoe UI"/>
                <a:cs typeface="Segoe UI"/>
              </a:rPr>
              <a:t>die </a:t>
            </a:r>
            <a:r>
              <a:rPr lang="en-US" sz="1100" b="1" dirty="0" err="1">
                <a:latin typeface="Segoe UI"/>
                <a:cs typeface="Segoe UI"/>
              </a:rPr>
              <a:t>Kostenkontrolle</a:t>
            </a:r>
            <a:r>
              <a:rPr lang="en-US" sz="1100" dirty="0">
                <a:latin typeface="Segoe UI"/>
                <a:cs typeface="Segoe UI"/>
              </a:rPr>
              <a:t> </a:t>
            </a:r>
            <a:r>
              <a:rPr lang="en-US" sz="1100" dirty="0" err="1">
                <a:latin typeface="Segoe UI"/>
                <a:cs typeface="Segoe UI"/>
              </a:rPr>
              <a:t>ist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mangelhaft</a:t>
            </a:r>
            <a:r>
              <a:rPr lang="en-US" sz="1100" dirty="0">
                <a:latin typeface="Segoe UI"/>
                <a:cs typeface="Segoe UI"/>
              </a:rPr>
              <a:t>, die </a:t>
            </a:r>
            <a:r>
              <a:rPr lang="en-US" sz="1100" b="1" dirty="0">
                <a:latin typeface="Segoe UI"/>
                <a:cs typeface="Segoe UI"/>
              </a:rPr>
              <a:t>Actual </a:t>
            </a:r>
            <a:r>
              <a:rPr lang="en-US" sz="1100" b="1" dirty="0" err="1">
                <a:latin typeface="Segoe UI"/>
                <a:cs typeface="Segoe UI"/>
              </a:rPr>
              <a:t>übersteigen</a:t>
            </a:r>
            <a:r>
              <a:rPr lang="en-US" sz="1100" b="1" dirty="0">
                <a:latin typeface="Segoe UI"/>
                <a:cs typeface="Segoe UI"/>
              </a:rPr>
              <a:t> Plan-</a:t>
            </a:r>
            <a:r>
              <a:rPr lang="en-US" sz="1100" b="1" dirty="0" err="1">
                <a:latin typeface="Segoe UI"/>
                <a:cs typeface="Segoe UI"/>
              </a:rPr>
              <a:t>Kosten</a:t>
            </a:r>
            <a:r>
              <a:rPr lang="en-US" sz="1100" dirty="0">
                <a:latin typeface="Segoe UI"/>
                <a:cs typeface="Segoe UI"/>
              </a:rPr>
              <a:t> in </a:t>
            </a:r>
            <a:r>
              <a:rPr lang="en-US" sz="1100" b="1" dirty="0">
                <a:latin typeface="Segoe UI"/>
                <a:cs typeface="Segoe UI"/>
              </a:rPr>
              <a:t>fast </a:t>
            </a:r>
            <a:r>
              <a:rPr lang="en-US" sz="1100" b="1" dirty="0" err="1">
                <a:latin typeface="Segoe UI"/>
                <a:cs typeface="Segoe UI"/>
              </a:rPr>
              <a:t>allen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Organisationen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endParaRPr lang="en-US" sz="1100" dirty="0">
              <a:latin typeface="Segoe UI"/>
              <a:cs typeface="Segoe UI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Plan_2024</a:t>
            </a:r>
            <a:r>
              <a:rPr lang="en-US" sz="1200" b="1" dirty="0" smtClean="0">
                <a:solidFill>
                  <a:srgbClr val="0070C0"/>
                </a:solidFill>
                <a:latin typeface="Segoe UI"/>
                <a:cs typeface="Segoe UI"/>
              </a:rPr>
              <a:t>:</a:t>
            </a:r>
          </a:p>
          <a:p>
            <a:r>
              <a:rPr lang="en-US" sz="1100" dirty="0" smtClean="0">
                <a:latin typeface="Segoe UI"/>
                <a:cs typeface="Segoe UI"/>
              </a:rPr>
              <a:t>- </a:t>
            </a:r>
            <a:r>
              <a:rPr lang="en-US" sz="1100" b="1" dirty="0" smtClean="0">
                <a:latin typeface="Segoe UI"/>
                <a:cs typeface="Segoe UI"/>
              </a:rPr>
              <a:t>Actual </a:t>
            </a:r>
            <a:r>
              <a:rPr lang="en-US" sz="1100" b="1" dirty="0" err="1">
                <a:latin typeface="Segoe UI"/>
                <a:cs typeface="Segoe UI"/>
              </a:rPr>
              <a:t>steigert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sich</a:t>
            </a:r>
            <a:r>
              <a:rPr lang="en-US" sz="1100" dirty="0">
                <a:latin typeface="Segoe UI"/>
                <a:cs typeface="Segoe UI"/>
              </a:rPr>
              <a:t> um </a:t>
            </a:r>
            <a:r>
              <a:rPr lang="en-US" sz="1100" b="1" dirty="0">
                <a:latin typeface="Segoe UI"/>
                <a:cs typeface="Segoe UI"/>
              </a:rPr>
              <a:t>ca. 0,6 </a:t>
            </a:r>
            <a:r>
              <a:rPr lang="en-US" sz="1100" b="1" dirty="0" err="1">
                <a:latin typeface="Segoe UI"/>
                <a:cs typeface="Segoe UI"/>
              </a:rPr>
              <a:t>Mrd</a:t>
            </a:r>
            <a:r>
              <a:rPr lang="en-US" sz="1100" b="1" dirty="0">
                <a:latin typeface="Segoe UI"/>
                <a:cs typeface="Segoe UI"/>
              </a:rPr>
              <a:t>. €</a:t>
            </a:r>
            <a:r>
              <a:rPr lang="en-US" sz="1100" dirty="0">
                <a:latin typeface="Segoe UI"/>
                <a:cs typeface="Segoe UI"/>
              </a:rPr>
              <a:t> und ca. </a:t>
            </a:r>
            <a:r>
              <a:rPr lang="en-US" sz="1100" b="1" dirty="0">
                <a:latin typeface="Segoe UI"/>
                <a:cs typeface="Segoe UI"/>
              </a:rPr>
              <a:t>2,46 % </a:t>
            </a:r>
            <a:r>
              <a:rPr lang="en-US" sz="1100" b="1" dirty="0" err="1">
                <a:latin typeface="Segoe UI"/>
                <a:cs typeface="Segoe UI"/>
              </a:rPr>
              <a:t>über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dem</a:t>
            </a:r>
            <a:r>
              <a:rPr lang="en-US" sz="1100" b="1" dirty="0">
                <a:latin typeface="Segoe UI"/>
                <a:cs typeface="Segoe UI"/>
              </a:rPr>
              <a:t> Plan (~ 30 Mio. €</a:t>
            </a:r>
            <a:r>
              <a:rPr lang="en-US" sz="1100" b="1" dirty="0" smtClean="0">
                <a:latin typeface="Segoe UI"/>
                <a:cs typeface="Segoe UI"/>
              </a:rPr>
              <a:t>)</a:t>
            </a:r>
            <a:r>
              <a:rPr lang="en-US" sz="1100" dirty="0" smtClean="0">
                <a:latin typeface="Segoe UI"/>
                <a:cs typeface="Segoe UI"/>
              </a:rPr>
              <a:t>.</a:t>
            </a:r>
          </a:p>
          <a:p>
            <a:r>
              <a:rPr lang="en-US" sz="1100" dirty="0" smtClean="0">
                <a:latin typeface="Segoe UI"/>
                <a:cs typeface="Segoe UI"/>
              </a:rPr>
              <a:t>- </a:t>
            </a:r>
            <a:r>
              <a:rPr lang="en-US" sz="1100" dirty="0" err="1" smtClean="0">
                <a:latin typeface="Segoe UI"/>
                <a:cs typeface="Segoe UI"/>
              </a:rPr>
              <a:t>Wie</a:t>
            </a:r>
            <a:r>
              <a:rPr lang="en-US" sz="1100" dirty="0" smtClean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beim</a:t>
            </a:r>
            <a:r>
              <a:rPr lang="en-US" sz="1100" dirty="0">
                <a:latin typeface="Segoe UI"/>
                <a:cs typeface="Segoe UI"/>
              </a:rPr>
              <a:t> Sales, </a:t>
            </a:r>
            <a:r>
              <a:rPr lang="en-US" sz="1100" b="1" dirty="0" err="1">
                <a:latin typeface="Segoe UI"/>
                <a:cs typeface="Segoe UI"/>
              </a:rPr>
              <a:t>Plan_Mat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für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alle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sind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geringer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b="1" dirty="0" err="1">
                <a:latin typeface="Segoe UI"/>
                <a:cs typeface="Segoe UI"/>
              </a:rPr>
              <a:t>Abständen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 smtClean="0">
                <a:latin typeface="Segoe UI"/>
                <a:cs typeface="Segoe UI"/>
              </a:rPr>
              <a:t>zwischen</a:t>
            </a:r>
            <a:r>
              <a:rPr lang="en-US" sz="1100" b="1" dirty="0" smtClean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Act_ und </a:t>
            </a:r>
            <a:r>
              <a:rPr lang="en-US" sz="1100" b="1" dirty="0" err="1">
                <a:latin typeface="Segoe UI"/>
                <a:cs typeface="Segoe UI"/>
              </a:rPr>
              <a:t>Plan_Kosten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vergrößern</a:t>
            </a:r>
            <a:r>
              <a:rPr lang="en-US" sz="1100" b="1" dirty="0">
                <a:latin typeface="Segoe UI"/>
                <a:cs typeface="Segoe UI"/>
              </a:rPr>
              <a:t> </a:t>
            </a:r>
            <a:r>
              <a:rPr lang="en-US" sz="1100" b="1" dirty="0" err="1">
                <a:latin typeface="Segoe UI"/>
                <a:cs typeface="Segoe UI"/>
              </a:rPr>
              <a:t>sich</a:t>
            </a:r>
            <a:r>
              <a:rPr lang="en-US" sz="1100" dirty="0" smtClean="0">
                <a:latin typeface="Segoe UI"/>
                <a:cs typeface="Segoe UI"/>
              </a:rPr>
              <a:t>.</a:t>
            </a:r>
            <a:endParaRPr lang="en-US" sz="1100" dirty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cs typeface="Segoe UI"/>
              </a:rPr>
              <a:t>→</a:t>
            </a:r>
            <a:r>
              <a:rPr lang="en-US" sz="1100" dirty="0">
                <a:latin typeface="Segoe UI"/>
                <a:cs typeface="Segoe UI"/>
              </a:rPr>
              <a:t> </a:t>
            </a:r>
            <a:r>
              <a:rPr lang="en-US" sz="1100" dirty="0">
                <a:latin typeface="Segoe UI"/>
                <a:ea typeface="Calibri"/>
                <a:cs typeface="Segoe UI"/>
              </a:rPr>
              <a:t>Die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Kostenreduzierung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steht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im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Einklang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mit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der 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geplanten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Umsatzreduzierung</a:t>
            </a:r>
            <a:r>
              <a:rPr lang="en-US" sz="1100" dirty="0">
                <a:latin typeface="Segoe UI"/>
                <a:ea typeface="Calibri"/>
                <a:cs typeface="Segoe UI"/>
              </a:rPr>
              <a:t> und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zeigt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eine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klare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Strategie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zur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Steigerung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von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Effizienz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und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Margen</a:t>
            </a:r>
            <a:r>
              <a:rPr lang="en-US" sz="1100" dirty="0">
                <a:latin typeface="Segoe UI"/>
                <a:ea typeface="Calibri"/>
                <a:cs typeface="Segoe UI"/>
              </a:rPr>
              <a:t>.</a:t>
            </a:r>
            <a:endParaRPr lang="en-US" sz="1100" dirty="0">
              <a:latin typeface="Segoe UI"/>
            </a:endParaRPr>
          </a:p>
        </p:txBody>
      </p:sp>
      <p:pic>
        <p:nvPicPr>
          <p:cNvPr id="4" name="Grafik 3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ADB159AF-EC75-9DAA-1949-3A4D8667F81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99" t="8042" r="1643" b="2407"/>
          <a:stretch/>
        </p:blipFill>
        <p:spPr>
          <a:xfrm>
            <a:off x="404509" y="2872974"/>
            <a:ext cx="897091" cy="486082"/>
          </a:xfrm>
          <a:prstGeom prst="rect">
            <a:avLst/>
          </a:prstGeom>
        </p:spPr>
      </p:pic>
      <p:pic>
        <p:nvPicPr>
          <p:cNvPr id="10" name="Grafik 9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B7FDD0F3-2F46-7AFE-2B75-F2897BC264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62" t="7206" r="5004" b="3970"/>
          <a:stretch/>
        </p:blipFill>
        <p:spPr>
          <a:xfrm>
            <a:off x="1363472" y="2872974"/>
            <a:ext cx="879779" cy="486082"/>
          </a:xfrm>
          <a:prstGeom prst="rect">
            <a:avLst/>
          </a:prstGeom>
        </p:spPr>
      </p:pic>
      <p:pic>
        <p:nvPicPr>
          <p:cNvPr id="15" name="Grafik 14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00B8F4F3-C099-BE1D-E5C9-E18A69DE1DC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217" t="2690" r="4560" b="4423"/>
          <a:stretch>
            <a:fillRect/>
          </a:stretch>
        </p:blipFill>
        <p:spPr>
          <a:xfrm>
            <a:off x="786159" y="5495541"/>
            <a:ext cx="960120" cy="555193"/>
          </a:xfrm>
          <a:prstGeom prst="rect">
            <a:avLst/>
          </a:prstGeom>
        </p:spPr>
      </p:pic>
      <p:pic>
        <p:nvPicPr>
          <p:cNvPr id="7" name="Grafik 6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40A0F737-A17B-617B-28C8-BDC5C468800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1" t="5145" r="5846" b="4813"/>
          <a:stretch>
            <a:fillRect/>
          </a:stretch>
        </p:blipFill>
        <p:spPr>
          <a:xfrm>
            <a:off x="2632908" y="2854261"/>
            <a:ext cx="925675" cy="504794"/>
          </a:xfrm>
          <a:prstGeom prst="rect">
            <a:avLst/>
          </a:prstGeom>
        </p:spPr>
      </p:pic>
      <p:pic>
        <p:nvPicPr>
          <p:cNvPr id="8" name="Grafik 7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15CBB997-FE6F-BA56-AC8D-D3164C7DB22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99" r="7264" b="4693"/>
          <a:stretch>
            <a:fillRect/>
          </a:stretch>
        </p:blipFill>
        <p:spPr>
          <a:xfrm>
            <a:off x="2647305" y="5487487"/>
            <a:ext cx="896881" cy="559958"/>
          </a:xfrm>
          <a:prstGeom prst="rect">
            <a:avLst/>
          </a:prstGeom>
        </p:spPr>
      </p:pic>
      <p:pic>
        <p:nvPicPr>
          <p:cNvPr id="9" name="Grafik 8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9429BC46-45F7-7DCE-1D39-3B55F3088A8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26" r="5372" b="5246"/>
          <a:stretch>
            <a:fillRect/>
          </a:stretch>
        </p:blipFill>
        <p:spPr>
          <a:xfrm>
            <a:off x="3591320" y="5486296"/>
            <a:ext cx="911277" cy="562339"/>
          </a:xfrm>
          <a:prstGeom prst="rect">
            <a:avLst/>
          </a:prstGeom>
        </p:spPr>
      </p:pic>
      <p:pic>
        <p:nvPicPr>
          <p:cNvPr id="13" name="Grafik 12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0DF3F90B-702B-BB43-DA7C-4E8B0227F97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501" t="5293" r="3234" b="4222"/>
          <a:stretch>
            <a:fillRect/>
          </a:stretch>
        </p:blipFill>
        <p:spPr>
          <a:xfrm>
            <a:off x="3591321" y="2854261"/>
            <a:ext cx="912423" cy="504794"/>
          </a:xfrm>
          <a:prstGeom prst="rect">
            <a:avLst/>
          </a:prstGeom>
        </p:spPr>
      </p:pic>
      <p:pic>
        <p:nvPicPr>
          <p:cNvPr id="14" name="Grafik 13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39478E02-1610-28B2-8C6A-6F9CA001E07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26" t="3963" r="5982" b="2345"/>
          <a:stretch>
            <a:fillRect/>
          </a:stretch>
        </p:blipFill>
        <p:spPr>
          <a:xfrm>
            <a:off x="4535776" y="2854617"/>
            <a:ext cx="880984" cy="504438"/>
          </a:xfrm>
          <a:prstGeom prst="rect">
            <a:avLst/>
          </a:prstGeom>
        </p:spPr>
      </p:pic>
      <p:pic>
        <p:nvPicPr>
          <p:cNvPr id="16" name="Grafik 15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63837043-D70C-5505-B7AD-16E5C1D70F9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41" t="3412" r="8137" b="5774"/>
          <a:stretch>
            <a:fillRect/>
          </a:stretch>
        </p:blipFill>
        <p:spPr>
          <a:xfrm>
            <a:off x="4535776" y="5486296"/>
            <a:ext cx="887955" cy="55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1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4B37AF0E-4A18-A897-C2A3-668EC7E0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EAE7BD-159A-430D-F38C-27B9C5F3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42" y="338514"/>
            <a:ext cx="7682381" cy="135906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Segoe UI"/>
                <a:cs typeface="Segoe UI"/>
              </a:rPr>
              <a:t>Analyse</a:t>
            </a:r>
            <a:r>
              <a:rPr lang="en-US" sz="2400" b="1" dirty="0">
                <a:latin typeface="Segoe UI"/>
                <a:cs typeface="Segoe UI"/>
              </a:rPr>
              <a:t> Plan-Actual </a:t>
            </a:r>
            <a:r>
              <a:rPr lang="en-US" sz="2400" b="1" dirty="0" err="1">
                <a:latin typeface="Segoe UI"/>
                <a:cs typeface="Segoe UI"/>
              </a:rPr>
              <a:t>ebit</a:t>
            </a:r>
            <a:r>
              <a:rPr lang="en-US" sz="2400" b="1" dirty="0">
                <a:latin typeface="Segoe UI"/>
                <a:cs typeface="Segoe UI"/>
              </a:rPr>
              <a:t> 2023 - 2024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7AA30D5-1EC0-7068-7400-BE477D5DB515}"/>
              </a:ext>
            </a:extLst>
          </p:cNvPr>
          <p:cNvSpPr txBox="1"/>
          <p:nvPr/>
        </p:nvSpPr>
        <p:spPr>
          <a:xfrm>
            <a:off x="157769" y="809421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Version Plan_2023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49CDD09-3D9C-F568-C85B-909EA50D68C5}"/>
              </a:ext>
            </a:extLst>
          </p:cNvPr>
          <p:cNvSpPr txBox="1"/>
          <p:nvPr/>
        </p:nvSpPr>
        <p:spPr>
          <a:xfrm>
            <a:off x="225727" y="3488019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Version Plan_2024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="" xmlns:a16="http://schemas.microsoft.com/office/drawing/2014/main" id="{EE71A871-94C7-0BEF-27A2-5A77600C16E9}"/>
              </a:ext>
            </a:extLst>
          </p:cNvPr>
          <p:cNvSpPr txBox="1"/>
          <p:nvPr/>
        </p:nvSpPr>
        <p:spPr>
          <a:xfrm>
            <a:off x="5354031" y="882556"/>
            <a:ext cx="3399352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latin typeface="Segoe UI"/>
                <a:cs typeface="Segoe UI"/>
              </a:rPr>
              <a:t>​</a:t>
            </a:r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Plan_2023:</a:t>
            </a:r>
            <a:endParaRPr lang="de-DE" sz="1200" dirty="0">
              <a:solidFill>
                <a:srgbClr val="0070C0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-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2023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: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Actual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ca.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13,52%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höher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als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Plan</a:t>
            </a:r>
            <a:endParaRPr lang="en-US" sz="1100" b="1" dirty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- 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2024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: 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Actual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übertrifft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Plan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deutlich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von ca.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21,36%</a:t>
            </a:r>
            <a:endParaRPr lang="en-US" sz="1100" b="1" dirty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>
                <a:latin typeface="Segoe UI" pitchFamily="34" charset="0"/>
                <a:cs typeface="Segoe UI" pitchFamily="34" charset="0"/>
              </a:rPr>
              <a:t>- 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Electronics und Battery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haben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jeweils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positives EBIT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,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während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Mechanics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einen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Verlust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von ca. 28 Mio. €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bei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einem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geplanten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Break-Even </a:t>
            </a:r>
            <a:r>
              <a:rPr lang="en-US" sz="1100" dirty="0" err="1" smtClean="0">
                <a:latin typeface="Segoe UI" pitchFamily="34" charset="0"/>
                <a:cs typeface="Segoe UI" pitchFamily="34" charset="0"/>
              </a:rPr>
              <a:t>meldet</a:t>
            </a:r>
            <a:endParaRPr lang="en-US" sz="1100" dirty="0" smtClean="0">
              <a:latin typeface="Segoe UI" pitchFamily="34" charset="0"/>
              <a:cs typeface="Segoe UI" pitchFamily="34" charset="0"/>
            </a:endParaRPr>
          </a:p>
          <a:p>
            <a:endParaRPr lang="en-US" sz="1100" dirty="0" smtClean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 smtClean="0">
                <a:latin typeface="Segoe UI" pitchFamily="34" charset="0"/>
                <a:cs typeface="Segoe UI" pitchFamily="34" charset="0"/>
              </a:rPr>
              <a:t>→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Electronics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hat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das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höchste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Mechanics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in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schlechten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Lage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mit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negativem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 was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durch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eine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Umstrukturierung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behoben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werden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muss.</a:t>
            </a:r>
            <a:endParaRPr lang="en-US" sz="1100" dirty="0">
              <a:latin typeface="Segoe UI" pitchFamily="34" charset="0"/>
              <a:cs typeface="Segoe UI" pitchFamily="34" charset="0"/>
            </a:endParaRPr>
          </a:p>
          <a:p>
            <a:endParaRPr lang="en-US" sz="1100" dirty="0">
              <a:solidFill>
                <a:srgbClr val="0070C0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Plan_2024:</a:t>
            </a:r>
          </a:p>
          <a:p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-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Actual_EBIT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immer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noch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hoch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 die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Überschreitung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von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Plan_EBIT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beträgt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23,67 %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.</a:t>
            </a:r>
          </a:p>
          <a:p>
            <a:r>
              <a:rPr lang="en-US" sz="1100" dirty="0">
                <a:latin typeface="Segoe UI" pitchFamily="34" charset="0"/>
                <a:cs typeface="Segoe UI" pitchFamily="34" charset="0"/>
              </a:rPr>
              <a:t>-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Planumsatz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der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jeweiligen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Organisation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reduziert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deutlich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(Battery: 40 %, Electronics: 37,5 %, Mechanics: 50</a:t>
            </a:r>
            <a:r>
              <a:rPr lang="en-US" sz="1100" dirty="0" smtClean="0">
                <a:latin typeface="Segoe UI" pitchFamily="34" charset="0"/>
                <a:cs typeface="Segoe UI" pitchFamily="34" charset="0"/>
              </a:rPr>
              <a:t>%).</a:t>
            </a:r>
          </a:p>
          <a:p>
            <a:endParaRPr lang="en-US" sz="1100" dirty="0" smtClean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 smtClean="0">
                <a:latin typeface="Segoe UI" pitchFamily="34" charset="0"/>
                <a:cs typeface="Segoe UI" pitchFamily="34" charset="0"/>
              </a:rPr>
              <a:t>→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Ähnlich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wie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bei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Umsatz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und Material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folgt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auch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der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EBIT-Plan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in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dieser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Version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dem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Trend der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Reduzierung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.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Deshalb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verdoppelt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den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Abstand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zwischen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- und Plan-EBIT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bei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Electronics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während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bei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Mechanics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es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noch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schlimmer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geht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.</a:t>
            </a:r>
            <a:endParaRPr lang="en-US" sz="1100" b="1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" name="Textfeld 23">
            <a:extLst>
              <a:ext uri="{FF2B5EF4-FFF2-40B4-BE49-F238E27FC236}">
                <a16:creationId xmlns="" xmlns:a16="http://schemas.microsoft.com/office/drawing/2014/main" id="{09FAD96A-EE2B-417C-6B5F-B2F810CCD0ED}"/>
              </a:ext>
            </a:extLst>
          </p:cNvPr>
          <p:cNvSpPr txBox="1"/>
          <p:nvPr/>
        </p:nvSpPr>
        <p:spPr>
          <a:xfrm>
            <a:off x="5318521" y="5139163"/>
            <a:ext cx="3381400" cy="9771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50" dirty="0">
                <a:latin typeface="Segoe UI"/>
                <a:cs typeface="Segoe UI"/>
              </a:rPr>
              <a:t>​</a:t>
            </a:r>
            <a:r>
              <a:rPr lang="en-US" sz="1150" b="1" dirty="0" err="1">
                <a:solidFill>
                  <a:srgbClr val="C00000"/>
                </a:solidFill>
                <a:latin typeface="Segoe UI"/>
                <a:ea typeface="+mn-lt"/>
                <a:cs typeface="Segoe UI"/>
              </a:rPr>
              <a:t>Fazit</a:t>
            </a:r>
            <a:r>
              <a:rPr lang="en-US" sz="1150" b="1" dirty="0">
                <a:solidFill>
                  <a:srgbClr val="C00000"/>
                </a:solidFill>
                <a:latin typeface="Segoe UI"/>
                <a:ea typeface="+mn-lt"/>
                <a:cs typeface="Segoe UI"/>
              </a:rPr>
              <a:t>: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vi-VN" sz="1150" dirty="0">
                <a:latin typeface="Calisto MT" panose="02040603050505030304"/>
                <a:ea typeface="+mn-lt"/>
                <a:cs typeface="Segoe UI"/>
              </a:rPr>
              <a:t> </a:t>
            </a:r>
            <a:r>
              <a:rPr lang="en-US" sz="1150" dirty="0" smtClean="0">
                <a:latin typeface="Segoe UI"/>
                <a:ea typeface="+mn-lt"/>
                <a:cs typeface="Segoe UI"/>
              </a:rPr>
              <a:t>Die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Überschreitung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von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Ist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-EBIT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gegenüber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dem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Plan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für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beide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Jahre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ist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ein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positives Signal</a:t>
            </a:r>
            <a:r>
              <a:rPr lang="en-US" sz="1150" dirty="0">
                <a:latin typeface="Segoe UI"/>
                <a:ea typeface="+mn-lt"/>
                <a:cs typeface="Segoe UI"/>
              </a:rPr>
              <a:t>.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Kostenmanagement</a:t>
            </a:r>
            <a:r>
              <a:rPr lang="en-US" sz="1150" dirty="0">
                <a:latin typeface="Segoe UI"/>
                <a:ea typeface="+mn-lt"/>
                <a:cs typeface="Segoe UI"/>
              </a:rPr>
              <a:t> in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Einheiten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mit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niedrigen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Margen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wie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Mechanics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soll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verbessert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werden</a:t>
            </a:r>
            <a:r>
              <a:rPr lang="en-US" sz="1150" dirty="0">
                <a:latin typeface="Segoe UI"/>
                <a:ea typeface="+mn-lt"/>
                <a:cs typeface="Segoe UI"/>
              </a:rPr>
              <a:t>.  </a:t>
            </a:r>
            <a:endParaRPr lang="en-US" sz="1150" dirty="0"/>
          </a:p>
        </p:txBody>
      </p:sp>
      <p:pic>
        <p:nvPicPr>
          <p:cNvPr id="6" name="Grafik 5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E5079A6F-6951-EFAC-BC54-AF92B19DC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1" y="1061651"/>
            <a:ext cx="2047360" cy="1712621"/>
          </a:xfrm>
          <a:prstGeom prst="rect">
            <a:avLst/>
          </a:prstGeom>
        </p:spPr>
      </p:pic>
      <p:pic>
        <p:nvPicPr>
          <p:cNvPr id="8" name="Grafik 7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A73A10C0-71E6-0ACA-9EBE-6CDC61BBEB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98" t="-102" r="-196" b="1802"/>
          <a:stretch>
            <a:fillRect/>
          </a:stretch>
        </p:blipFill>
        <p:spPr>
          <a:xfrm>
            <a:off x="226462" y="3727233"/>
            <a:ext cx="2069649" cy="1647646"/>
          </a:xfrm>
          <a:prstGeom prst="rect">
            <a:avLst/>
          </a:prstGeom>
        </p:spPr>
      </p:pic>
      <p:pic>
        <p:nvPicPr>
          <p:cNvPr id="10" name="Grafik 9" descr="Ein Bild, das Text, Screenshot, Zahl, Display enthält.&#10;&#10;KI-generierte Inhalte können fehlerhaft sein.">
            <a:extLst>
              <a:ext uri="{FF2B5EF4-FFF2-40B4-BE49-F238E27FC236}">
                <a16:creationId xmlns="" xmlns:a16="http://schemas.microsoft.com/office/drawing/2014/main" id="{EAEBFF89-2845-0A56-5CC1-268BABA69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965" y="3727233"/>
            <a:ext cx="2782588" cy="1647646"/>
          </a:xfrm>
          <a:prstGeom prst="rect">
            <a:avLst/>
          </a:prstGeom>
        </p:spPr>
      </p:pic>
      <p:pic>
        <p:nvPicPr>
          <p:cNvPr id="13" name="Grafik 12" descr="Ein Bild, das Text, Screenshot, Display, Zahl enthält.&#10;&#10;KI-generierte Inhalte können fehlerhaft sein.">
            <a:extLst>
              <a:ext uri="{FF2B5EF4-FFF2-40B4-BE49-F238E27FC236}">
                <a16:creationId xmlns="" xmlns:a16="http://schemas.microsoft.com/office/drawing/2014/main" id="{09B99CBA-CCAA-7DE3-5A5D-EA70D7DE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875" y="1075554"/>
            <a:ext cx="2832272" cy="1698718"/>
          </a:xfrm>
          <a:prstGeom prst="rect">
            <a:avLst/>
          </a:prstGeom>
        </p:spPr>
      </p:pic>
      <p:pic>
        <p:nvPicPr>
          <p:cNvPr id="17" name="Grafik 16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BCA8CBCE-0941-8572-7C34-A50DEE7997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69" t="3471" r="2401" b="1180"/>
          <a:stretch>
            <a:fillRect/>
          </a:stretch>
        </p:blipFill>
        <p:spPr>
          <a:xfrm>
            <a:off x="1289975" y="2835470"/>
            <a:ext cx="914400" cy="578151"/>
          </a:xfrm>
          <a:prstGeom prst="rect">
            <a:avLst/>
          </a:prstGeom>
        </p:spPr>
      </p:pic>
      <p:pic>
        <p:nvPicPr>
          <p:cNvPr id="18" name="Grafik 17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0A6B499B-6085-5638-FE54-68D040A9720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02" t="3720" r="4671" b="1722"/>
          <a:stretch>
            <a:fillRect/>
          </a:stretch>
        </p:blipFill>
        <p:spPr>
          <a:xfrm>
            <a:off x="331590" y="2835470"/>
            <a:ext cx="916727" cy="561927"/>
          </a:xfrm>
          <a:prstGeom prst="rect">
            <a:avLst/>
          </a:prstGeom>
        </p:spPr>
      </p:pic>
      <p:pic>
        <p:nvPicPr>
          <p:cNvPr id="25" name="Grafik 24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0F3CE79E-9E75-7D95-3FB9-84B84D95604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61" t="3426" r="3410" b="6423"/>
          <a:stretch/>
        </p:blipFill>
        <p:spPr>
          <a:xfrm>
            <a:off x="608249" y="5465929"/>
            <a:ext cx="1034833" cy="573504"/>
          </a:xfrm>
          <a:prstGeom prst="rect">
            <a:avLst/>
          </a:prstGeom>
        </p:spPr>
      </p:pic>
      <p:pic>
        <p:nvPicPr>
          <p:cNvPr id="27" name="Grafik 26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6359CA5E-29D2-58BB-3537-30CBEE8D792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6449" b="495"/>
          <a:stretch>
            <a:fillRect/>
          </a:stretch>
        </p:blipFill>
        <p:spPr>
          <a:xfrm>
            <a:off x="2435695" y="2830055"/>
            <a:ext cx="886968" cy="583566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="" xmlns:a16="http://schemas.microsoft.com/office/drawing/2014/main" id="{9D2C3EE0-FA2B-0341-6E5D-A8F15B9FACC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640" r="1363" b="688"/>
          <a:stretch>
            <a:fillRect/>
          </a:stretch>
        </p:blipFill>
        <p:spPr>
          <a:xfrm>
            <a:off x="2435695" y="5465930"/>
            <a:ext cx="877269" cy="596662"/>
          </a:xfrm>
          <a:prstGeom prst="rect">
            <a:avLst/>
          </a:prstGeom>
        </p:spPr>
      </p:pic>
      <p:pic>
        <p:nvPicPr>
          <p:cNvPr id="7" name="Grafik 6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A82F76AE-9939-AB0B-EE25-8A631504175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31" t="3104" r="3289" b="985"/>
          <a:stretch>
            <a:fillRect/>
          </a:stretch>
        </p:blipFill>
        <p:spPr>
          <a:xfrm>
            <a:off x="3369463" y="2830055"/>
            <a:ext cx="886968" cy="583566"/>
          </a:xfrm>
          <a:prstGeom prst="rect">
            <a:avLst/>
          </a:prstGeom>
        </p:spPr>
      </p:pic>
      <p:pic>
        <p:nvPicPr>
          <p:cNvPr id="9" name="Grafik 8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1C930F05-9EC7-0620-9DB1-4A49B29BD2D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826" t="596" r="6642" b="6345"/>
          <a:stretch>
            <a:fillRect/>
          </a:stretch>
        </p:blipFill>
        <p:spPr>
          <a:xfrm>
            <a:off x="3374312" y="5471652"/>
            <a:ext cx="877269" cy="585216"/>
          </a:xfrm>
          <a:prstGeom prst="rect">
            <a:avLst/>
          </a:prstGeom>
        </p:spPr>
      </p:pic>
      <p:pic>
        <p:nvPicPr>
          <p:cNvPr id="14" name="Grafik 13" descr="Ein Bild, das Text, Schrift, Screenshot, Zahl enthält.&#10;&#10;KI-generierte Inhalte können fehlerhaft sein.">
            <a:extLst>
              <a:ext uri="{FF2B5EF4-FFF2-40B4-BE49-F238E27FC236}">
                <a16:creationId xmlns="" xmlns:a16="http://schemas.microsoft.com/office/drawing/2014/main" id="{EA48BD5B-1401-CA6C-29CE-4BFE5CCF68F9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11469" r="2769" b="11160"/>
          <a:stretch/>
        </p:blipFill>
        <p:spPr>
          <a:xfrm>
            <a:off x="4288584" y="2830056"/>
            <a:ext cx="886968" cy="583567"/>
          </a:xfrm>
          <a:prstGeom prst="rect">
            <a:avLst/>
          </a:prstGeom>
        </p:spPr>
      </p:pic>
      <p:pic>
        <p:nvPicPr>
          <p:cNvPr id="15" name="Grafik 14" descr="Ein Bild, das Text, Schrift, Screenshot, weiß enthält.&#10;&#10;KI-generierte Inhalte können fehlerhaft sein.">
            <a:extLst>
              <a:ext uri="{FF2B5EF4-FFF2-40B4-BE49-F238E27FC236}">
                <a16:creationId xmlns="" xmlns:a16="http://schemas.microsoft.com/office/drawing/2014/main" id="{66A6FF0C-4E3F-C915-85D8-FBB11174A05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2834" t="11560" r="2339" b="14092"/>
          <a:stretch/>
        </p:blipFill>
        <p:spPr>
          <a:xfrm>
            <a:off x="4298284" y="5472764"/>
            <a:ext cx="877269" cy="5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6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4F581590-DEDF-912D-C252-B5A697FD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95" y="338515"/>
            <a:ext cx="8157735" cy="927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 err="1">
                <a:latin typeface="Segoe UI"/>
                <a:cs typeface="Segoe UI"/>
              </a:rPr>
              <a:t>Analyse</a:t>
            </a:r>
            <a:r>
              <a:rPr lang="en-US" sz="2400" b="1" dirty="0">
                <a:latin typeface="Segoe UI"/>
                <a:cs typeface="Segoe UI"/>
              </a:rPr>
              <a:t> sales der </a:t>
            </a:r>
            <a:r>
              <a:rPr lang="en-US" sz="2400" b="1" dirty="0" err="1">
                <a:latin typeface="Segoe UI"/>
                <a:cs typeface="Segoe UI"/>
              </a:rPr>
              <a:t>Jahren</a:t>
            </a:r>
            <a:r>
              <a:rPr lang="en-US" sz="2400" b="1" dirty="0">
                <a:latin typeface="Segoe UI"/>
                <a:cs typeface="Segoe UI"/>
              </a:rPr>
              <a:t> 2023 - 2024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F945C36-F7B5-2B18-10A1-172C279D0AED}"/>
              </a:ext>
            </a:extLst>
          </p:cNvPr>
          <p:cNvSpPr txBox="1"/>
          <p:nvPr/>
        </p:nvSpPr>
        <p:spPr>
          <a:xfrm>
            <a:off x="483661" y="3005072"/>
            <a:ext cx="4137945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•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Actual_Sales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vs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vs.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Auftragseingang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(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OI_Sales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)</a:t>
            </a:r>
            <a:endParaRPr lang="en-US" sz="1200" dirty="0">
              <a:solidFill>
                <a:srgbClr val="0070C0"/>
              </a:solidFill>
              <a:latin typeface="Segoe UI"/>
              <a:cs typeface="Segoe UI"/>
            </a:endParaRPr>
          </a:p>
          <a:p>
            <a:pPr algn="just"/>
            <a:endParaRPr lang="en-US" sz="1150" b="1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150" dirty="0">
                <a:latin typeface="Segoe UI"/>
                <a:ea typeface="Calibri"/>
                <a:cs typeface="Calibri"/>
              </a:rPr>
              <a:t>- Actual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verzeichnet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beeindruckendes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Wachstum</a:t>
            </a:r>
            <a:r>
              <a:rPr lang="en-US" sz="1150" dirty="0">
                <a:latin typeface="Segoe UI"/>
                <a:ea typeface="Calibri"/>
                <a:cs typeface="Calibri"/>
              </a:rPr>
              <a:t> von 1,6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 auf 2,2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€. Dies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entspricht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Steigerung</a:t>
            </a:r>
            <a:r>
              <a:rPr lang="en-US" sz="1150" dirty="0">
                <a:latin typeface="Segoe UI"/>
                <a:ea typeface="Calibri"/>
                <a:cs typeface="Calibri"/>
              </a:rPr>
              <a:t> von 0,6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 (+37,5 %), was auf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sehr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starke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Geschäftsdynamik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hinweist</a:t>
            </a:r>
            <a:r>
              <a:rPr lang="en-US" sz="1150" dirty="0">
                <a:latin typeface="Segoe UI"/>
                <a:ea typeface="Calibri"/>
                <a:cs typeface="Calibri"/>
              </a:rPr>
              <a:t>.</a:t>
            </a:r>
            <a:endParaRPr lang="en-US" sz="1150" dirty="0">
              <a:latin typeface="Segoe UI"/>
              <a:cs typeface="Segoe UI"/>
            </a:endParaRPr>
          </a:p>
          <a:p>
            <a:pPr algn="just"/>
            <a:endParaRPr lang="en-US" sz="1150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150" dirty="0">
                <a:latin typeface="Segoe UI"/>
                <a:ea typeface="Calibri"/>
                <a:cs typeface="Calibri"/>
              </a:rPr>
              <a:t>-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Ähnlich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wie</a:t>
            </a:r>
            <a:r>
              <a:rPr lang="en-US" sz="1150" dirty="0">
                <a:latin typeface="Segoe UI"/>
                <a:ea typeface="Calibri"/>
                <a:cs typeface="Segoe UI"/>
              </a:rPr>
              <a:t> 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beim</a:t>
            </a:r>
            <a:r>
              <a:rPr lang="en-US" sz="1150" dirty="0">
                <a:latin typeface="Segoe UI"/>
                <a:ea typeface="Calibri"/>
                <a:cs typeface="Segoe UI"/>
              </a:rPr>
              <a:t> Act,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OI_Sales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zeigt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eine</a:t>
            </a:r>
            <a:r>
              <a:rPr lang="en-US" sz="1150" dirty="0">
                <a:latin typeface="Segoe UI"/>
                <a:ea typeface="Calibri"/>
                <a:cs typeface="Segoe UI"/>
              </a:rPr>
              <a:t> 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gute</a:t>
            </a:r>
            <a:r>
              <a:rPr lang="en-US" sz="115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Steigerung</a:t>
            </a:r>
            <a:r>
              <a:rPr lang="en-US" sz="1150" dirty="0">
                <a:latin typeface="Segoe UI"/>
                <a:ea typeface="Calibri"/>
                <a:cs typeface="Segoe UI"/>
              </a:rPr>
              <a:t> von </a:t>
            </a:r>
            <a:r>
              <a:rPr lang="en-US" sz="1150" b="1" dirty="0">
                <a:latin typeface="Segoe UI"/>
                <a:ea typeface="Calibri"/>
                <a:cs typeface="Segoe UI"/>
              </a:rPr>
              <a:t>0,5 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Mrd</a:t>
            </a:r>
            <a:r>
              <a:rPr lang="en-US" sz="1150" b="1" dirty="0">
                <a:latin typeface="Segoe UI"/>
                <a:ea typeface="Calibri"/>
                <a:cs typeface="Segoe UI"/>
              </a:rPr>
              <a:t>. €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im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Jahr</a:t>
            </a:r>
            <a:r>
              <a:rPr lang="en-US" sz="1150" dirty="0">
                <a:latin typeface="Segoe UI"/>
                <a:ea typeface="Calibri"/>
                <a:cs typeface="Segoe UI"/>
              </a:rPr>
              <a:t> 2024. </a:t>
            </a:r>
            <a:r>
              <a:rPr lang="en-US" sz="1150" dirty="0">
                <a:latin typeface="Segoe UI"/>
                <a:ea typeface="Calibri"/>
                <a:cs typeface="Calibri"/>
              </a:rPr>
              <a:t>Die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Lücke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zwischen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Actual und OI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besteht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weiterhin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vergrößert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sich</a:t>
            </a:r>
            <a:r>
              <a:rPr lang="en-US" sz="1150" dirty="0">
                <a:latin typeface="Segoe UI"/>
                <a:ea typeface="Calibri"/>
                <a:cs typeface="Calibri"/>
              </a:rPr>
              <a:t> auf 0,4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Jahr</a:t>
            </a:r>
            <a:r>
              <a:rPr lang="en-US" sz="1150" dirty="0">
                <a:latin typeface="Segoe UI"/>
                <a:ea typeface="Calibri"/>
                <a:cs typeface="Calibri"/>
              </a:rPr>
              <a:t> 2024, was auf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einen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wachsenden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Auftragsbestand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hindeutet</a:t>
            </a:r>
            <a:r>
              <a:rPr lang="en-US" sz="1150" dirty="0">
                <a:latin typeface="Segoe UI"/>
                <a:ea typeface="Calibri"/>
                <a:cs typeface="Calibri"/>
              </a:rPr>
              <a:t>.</a:t>
            </a:r>
            <a:endParaRPr lang="en-US" sz="1150" dirty="0">
              <a:latin typeface="Segoe UI"/>
              <a:cs typeface="Segoe UI"/>
            </a:endParaRPr>
          </a:p>
          <a:p>
            <a:pPr algn="just"/>
            <a:endParaRPr lang="en-US" sz="1150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Es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zeigt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dass</a:t>
            </a:r>
            <a:r>
              <a:rPr lang="en-US" sz="1150" dirty="0">
                <a:latin typeface="Segoe UI"/>
                <a:ea typeface="Calibri"/>
                <a:cs typeface="Calibri"/>
              </a:rPr>
              <a:t> Actual die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Anzahl</a:t>
            </a:r>
            <a:r>
              <a:rPr lang="en-US" sz="1150" dirty="0">
                <a:latin typeface="Segoe UI"/>
                <a:ea typeface="Calibri"/>
                <a:cs typeface="Calibri"/>
              </a:rPr>
              <a:t> von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Auftragseingang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nicht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erfüllt</a:t>
            </a:r>
            <a:r>
              <a:rPr lang="en-US" sz="1150" dirty="0">
                <a:latin typeface="Segoe UI"/>
                <a:ea typeface="Calibri"/>
                <a:cs typeface="Calibri"/>
              </a:rPr>
              <a:t> hat,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deswegen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es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ein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effizientes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Management 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erfordert</a:t>
            </a:r>
            <a:r>
              <a:rPr lang="en-US" sz="1150" dirty="0">
                <a:latin typeface="Segoe UI"/>
                <a:ea typeface="Calibri"/>
                <a:cs typeface="Calibri"/>
              </a:rPr>
              <a:t>, um die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Aufträge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zeitnah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abzuwickeln</a:t>
            </a:r>
            <a:r>
              <a:rPr lang="en-US" sz="1150" dirty="0">
                <a:latin typeface="Segoe UI"/>
                <a:ea typeface="Calibri"/>
                <a:cs typeface="Calibri"/>
              </a:rPr>
              <a:t> und die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Kundenzufriedenheit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sicherzustellen</a:t>
            </a:r>
            <a:r>
              <a:rPr lang="en-US" sz="1150" dirty="0">
                <a:latin typeface="Segoe UI"/>
                <a:ea typeface="Calibri"/>
                <a:cs typeface="Calibri"/>
              </a:rPr>
              <a:t>.</a:t>
            </a:r>
            <a:endParaRPr lang="en-US" sz="1150" dirty="0"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BE7E4D8-BBA4-7BF1-4A10-82763ACDF5A7}"/>
              </a:ext>
            </a:extLst>
          </p:cNvPr>
          <p:cNvSpPr txBox="1"/>
          <p:nvPr/>
        </p:nvSpPr>
        <p:spPr>
          <a:xfrm>
            <a:off x="4663779" y="3005070"/>
            <a:ext cx="4034973" cy="2562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•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 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Plan_Sales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vs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vs.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Auftragseingang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(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OI_Sales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)</a:t>
            </a:r>
            <a:endParaRPr lang="en-US" sz="1200" dirty="0">
              <a:solidFill>
                <a:srgbClr val="0070C0"/>
              </a:solidFill>
              <a:latin typeface="Segoe UI"/>
              <a:cs typeface="Segoe UI"/>
            </a:endParaRPr>
          </a:p>
          <a:p>
            <a:pPr algn="just"/>
            <a:endParaRPr lang="en-US" sz="1200" b="1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200" dirty="0">
                <a:latin typeface="Segoe UI"/>
                <a:ea typeface="Calibri"/>
                <a:cs typeface="Calibri"/>
              </a:rPr>
              <a:t>-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Gleiche</a:t>
            </a:r>
            <a:r>
              <a:rPr lang="en-US" sz="1200" dirty="0">
                <a:latin typeface="Segoe UI"/>
                <a:ea typeface="Calibri"/>
                <a:cs typeface="Calibri"/>
              </a:rPr>
              <a:t> Situation: der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Abstand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zwischen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Umsatz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von Plan und OI</a:t>
            </a:r>
            <a:r>
              <a:rPr lang="en-US" sz="1200" dirty="0">
                <a:latin typeface="Segoe UI"/>
                <a:ea typeface="Calibri"/>
                <a:cs typeface="Calibri"/>
              </a:rPr>
              <a:t> (2023: 0,3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€) </a:t>
            </a:r>
            <a:r>
              <a:rPr lang="en-US" sz="1200" dirty="0" err="1">
                <a:latin typeface="Segoe UI"/>
                <a:ea typeface="Calibri"/>
                <a:cs typeface="Segoe UI"/>
              </a:rPr>
              <a:t>wurde</a:t>
            </a:r>
            <a:r>
              <a:rPr lang="en-US" sz="1200" dirty="0">
                <a:latin typeface="Segoe UI"/>
                <a:ea typeface="Calibri"/>
                <a:cs typeface="Segoe U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nach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einem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Jahr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größer</a:t>
            </a:r>
            <a:r>
              <a:rPr lang="en-US" sz="1200" dirty="0">
                <a:latin typeface="Segoe UI"/>
                <a:ea typeface="Calibri"/>
                <a:cs typeface="Calibri"/>
              </a:rPr>
              <a:t> (2024: 0,5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€). Das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aber</a:t>
            </a:r>
            <a:r>
              <a:rPr lang="en-US" sz="1200" dirty="0">
                <a:latin typeface="Segoe UI"/>
                <a:ea typeface="Calibri"/>
                <a:cs typeface="Calibri"/>
              </a:rPr>
              <a:t> 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unterschied</a:t>
            </a:r>
            <a:r>
              <a:rPr lang="en-US" sz="1200" dirty="0">
                <a:latin typeface="Segoe UI"/>
                <a:ea typeface="Calibri"/>
                <a:cs typeface="Calibri"/>
              </a:rPr>
              <a:t>,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wenn</a:t>
            </a:r>
            <a:r>
              <a:rPr lang="en-US" sz="1200" dirty="0">
                <a:latin typeface="Segoe UI"/>
                <a:ea typeface="Calibri"/>
                <a:cs typeface="Calibri"/>
              </a:rPr>
              <a:t> der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gesamte</a:t>
            </a:r>
            <a:r>
              <a:rPr lang="en-US" sz="1200" dirty="0">
                <a:latin typeface="Segoe UI"/>
                <a:ea typeface="Calibri"/>
                <a:cs typeface="Calibri"/>
              </a:rPr>
              <a:t> Plan_2023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betrachtet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wird</a:t>
            </a:r>
            <a:r>
              <a:rPr lang="en-US" sz="1200" dirty="0">
                <a:latin typeface="Segoe UI"/>
                <a:ea typeface="Calibri"/>
                <a:cs typeface="Calibri"/>
              </a:rPr>
              <a:t> (3,7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 &gt; 1,9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€).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Vergleich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zum</a:t>
            </a:r>
            <a:r>
              <a:rPr lang="en-US" sz="1200" dirty="0">
                <a:latin typeface="Segoe UI"/>
                <a:ea typeface="Calibri"/>
                <a:cs typeface="Calibri"/>
              </a:rPr>
              <a:t> Plan_2024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200" dirty="0">
                <a:latin typeface="Segoe UI"/>
                <a:ea typeface="Calibri"/>
                <a:cs typeface="Calibri"/>
              </a:rPr>
              <a:t> der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Plan_Sales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auch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niedriger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als</a:t>
            </a:r>
            <a:r>
              <a:rPr lang="en-US" sz="1200" dirty="0">
                <a:latin typeface="Segoe UI"/>
                <a:ea typeface="Calibri"/>
                <a:cs typeface="Calibri"/>
              </a:rPr>
              <a:t> OI.</a:t>
            </a:r>
            <a:endParaRPr lang="en-US" sz="1200" dirty="0">
              <a:latin typeface="Segoe UI"/>
              <a:ea typeface="Calibri"/>
              <a:cs typeface="Segoe UI"/>
            </a:endParaRPr>
          </a:p>
          <a:p>
            <a:pPr algn="just"/>
            <a:endParaRPr lang="en-US" sz="1200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200" dirty="0">
                <a:latin typeface="Segoe UI"/>
                <a:ea typeface="Calibri"/>
                <a:cs typeface="Calibri"/>
              </a:rPr>
              <a:t>=&gt;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Starkes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Indiz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dafür</a:t>
            </a:r>
            <a:r>
              <a:rPr lang="en-US" sz="1200" dirty="0">
                <a:latin typeface="Segoe UI"/>
                <a:ea typeface="Calibri"/>
                <a:cs typeface="Calibri"/>
              </a:rPr>
              <a:t>,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dass</a:t>
            </a:r>
            <a:r>
              <a:rPr lang="en-US" sz="1200" dirty="0">
                <a:latin typeface="Segoe UI"/>
                <a:ea typeface="Calibri"/>
                <a:cs typeface="Calibri"/>
              </a:rPr>
              <a:t> die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Nachfrage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am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Markt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größer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als</a:t>
            </a:r>
            <a:r>
              <a:rPr lang="en-US" sz="1200" dirty="0">
                <a:latin typeface="Segoe UI"/>
                <a:ea typeface="Calibri"/>
                <a:cs typeface="Calibri"/>
              </a:rPr>
              <a:t> die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internen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Zielvorgaben</a:t>
            </a:r>
            <a:r>
              <a:rPr lang="en-US" sz="1200" dirty="0">
                <a:latin typeface="Segoe UI"/>
                <a:ea typeface="Calibri"/>
                <a:cs typeface="Calibri"/>
              </a:rPr>
              <a:t> und die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Unternehmensplanung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Verhältnis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zur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tatsächlichen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Marktdynamik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eher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vorsichtig</a:t>
            </a:r>
            <a:r>
              <a:rPr lang="en-US" sz="1200" dirty="0">
                <a:latin typeface="Segoe UI"/>
                <a:ea typeface="Calibri"/>
                <a:cs typeface="Calibri"/>
              </a:rPr>
              <a:t> war.</a:t>
            </a:r>
            <a:endParaRPr lang="en-US" sz="1200" dirty="0">
              <a:latin typeface="Segoe UI"/>
              <a:cs typeface="Segoe UI"/>
            </a:endParaRPr>
          </a:p>
        </p:txBody>
      </p:sp>
      <p:pic>
        <p:nvPicPr>
          <p:cNvPr id="7" name="Grafik 6" descr="Ein Bild, das Text, Screenshot, Zahl, Diagramm enthält.&#10;&#10;KI-generierte Inhalte können fehlerhaft sein.">
            <a:extLst>
              <a:ext uri="{FF2B5EF4-FFF2-40B4-BE49-F238E27FC236}">
                <a16:creationId xmlns="" xmlns:a16="http://schemas.microsoft.com/office/drawing/2014/main" id="{356B05E5-8002-139A-1E90-0A325CE1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16" r="855" b="-115"/>
          <a:stretch>
            <a:fillRect/>
          </a:stretch>
        </p:blipFill>
        <p:spPr>
          <a:xfrm>
            <a:off x="542565" y="953787"/>
            <a:ext cx="3884355" cy="1948768"/>
          </a:xfrm>
          <a:prstGeom prst="rect">
            <a:avLst/>
          </a:prstGeom>
        </p:spPr>
      </p:pic>
      <p:pic>
        <p:nvPicPr>
          <p:cNvPr id="8" name="Grafik 7" descr="Ein Bild, das Text, Screenshot, Zahl, Diagramm enthält.&#10;&#10;KI-generierte Inhalte können fehlerhaft sein.">
            <a:extLst>
              <a:ext uri="{FF2B5EF4-FFF2-40B4-BE49-F238E27FC236}">
                <a16:creationId xmlns="" xmlns:a16="http://schemas.microsoft.com/office/drawing/2014/main" id="{63C71789-DF3C-E443-1FAA-2520701F1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77" r="1137" b="-115"/>
          <a:stretch>
            <a:fillRect/>
          </a:stretch>
        </p:blipFill>
        <p:spPr>
          <a:xfrm>
            <a:off x="4686403" y="949412"/>
            <a:ext cx="3894712" cy="195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9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="" xmlns:a16="http://schemas.microsoft.com/office/drawing/2014/main" id="{461EDE9E-88CA-0354-FB60-8E7D6BB1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95" y="338515"/>
            <a:ext cx="8157735" cy="927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 err="1">
                <a:latin typeface="Segoe UI"/>
                <a:cs typeface="Segoe UI"/>
              </a:rPr>
              <a:t>Analyse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r>
              <a:rPr lang="en-US" sz="2400" b="1" dirty="0" err="1">
                <a:latin typeface="Segoe UI"/>
                <a:cs typeface="Segoe UI"/>
              </a:rPr>
              <a:t>Gross_Margin</a:t>
            </a:r>
            <a:r>
              <a:rPr lang="en-US" sz="2400" b="1" dirty="0">
                <a:latin typeface="Segoe UI"/>
                <a:cs typeface="Segoe UI"/>
              </a:rPr>
              <a:t> der </a:t>
            </a:r>
            <a:r>
              <a:rPr lang="en-US" sz="2400" b="1" dirty="0" err="1">
                <a:latin typeface="Segoe UI"/>
                <a:cs typeface="Segoe UI"/>
              </a:rPr>
              <a:t>Jahren</a:t>
            </a:r>
            <a:r>
              <a:rPr lang="en-US" sz="2400" b="1" dirty="0">
                <a:latin typeface="Segoe UI"/>
                <a:cs typeface="Segoe UI"/>
              </a:rPr>
              <a:t> 2023 - 2024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E5C0016D-08E0-68F0-7926-C5B636BD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50009"/>
              </p:ext>
            </p:extLst>
          </p:nvPr>
        </p:nvGraphicFramePr>
        <p:xfrm>
          <a:off x="532311" y="2630843"/>
          <a:ext cx="8091117" cy="42467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8859">
                  <a:extLst>
                    <a:ext uri="{9D8B030D-6E8A-4147-A177-3AD203B41FA5}">
                      <a16:colId xmlns="" xmlns:a16="http://schemas.microsoft.com/office/drawing/2014/main" val="4267946303"/>
                    </a:ext>
                  </a:extLst>
                </a:gridCol>
                <a:gridCol w="2273483">
                  <a:extLst>
                    <a:ext uri="{9D8B030D-6E8A-4147-A177-3AD203B41FA5}">
                      <a16:colId xmlns="" xmlns:a16="http://schemas.microsoft.com/office/drawing/2014/main" val="2395609312"/>
                    </a:ext>
                  </a:extLst>
                </a:gridCol>
                <a:gridCol w="2180844">
                  <a:extLst>
                    <a:ext uri="{9D8B030D-6E8A-4147-A177-3AD203B41FA5}">
                      <a16:colId xmlns="" xmlns:a16="http://schemas.microsoft.com/office/drawing/2014/main" val="1540186490"/>
                    </a:ext>
                  </a:extLst>
                </a:gridCol>
                <a:gridCol w="2397931">
                  <a:extLst>
                    <a:ext uri="{9D8B030D-6E8A-4147-A177-3AD203B41FA5}">
                      <a16:colId xmlns="" xmlns:a16="http://schemas.microsoft.com/office/drawing/2014/main" val="1451652313"/>
                    </a:ext>
                  </a:extLst>
                </a:gridCol>
              </a:tblGrid>
              <a:tr h="280562">
                <a:tc>
                  <a:txBody>
                    <a:bodyPr/>
                    <a:lstStyle/>
                    <a:p>
                      <a:pPr algn="l" fontAlgn="auto">
                        <a:lnSpc>
                          <a:spcPts val="1425"/>
                        </a:lnSpc>
                        <a:buNone/>
                      </a:pP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Battery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Electronics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Mechanics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5789677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2023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37,33 %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aber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(38,56 %)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49,11 %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über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(48,07 %)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49,59 %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stark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  Plan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(51,43 %) und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(54,18 %)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56846880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2024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39,94 %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wieder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aber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weiter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noch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(41,12 %)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49,63 %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(49,37 %)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 OI 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(48,60 %)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übertroffen</a:t>
                      </a:r>
                      <a:endParaRPr lang="en-US" sz="1000" b="0" i="0" err="1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48,48 %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stark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  Plan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(50,59 %) und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(53,17 %)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01336599"/>
                  </a:ext>
                </a:extLst>
              </a:tr>
              <a:tr h="182499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Kommentäre</a:t>
                      </a:r>
                      <a:endParaRPr lang="en-US" sz="11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Stabile und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hohe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Margen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leichte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Verbess</a:t>
                      </a:r>
                      <a:r>
                        <a:rPr lang="vi-V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erung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der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 um 2,61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Prozentpunkte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Ein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stabiles,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leichtes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Wachstum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von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vi-V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 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Negativer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Trend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: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Leichter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Rück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-gang der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um 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1,11 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Prozentpunkte</a:t>
                      </a:r>
                      <a:endParaRPr lang="vi-V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vi-V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Die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Planziele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nicht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 die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Lücke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Plan/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2024 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vergrößer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Die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sind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erheblich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der OI-Marge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8604774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Fazit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Eine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zuverlässige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Abteilung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 die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ihre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Pläne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erfüllt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eine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deutliche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Leistungssteigerung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zeigt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Die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leistungsstärkste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Abteilung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Sie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übertrifft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ihre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Ziele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verbessert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die Marge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kontinuierlich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Handlungsbedarf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sowie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operative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Ursachen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z.B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Kostenmanagement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Produktions-effizient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,...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prüfen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64232044"/>
                  </a:ext>
                </a:extLst>
              </a:tr>
            </a:tbl>
          </a:graphicData>
        </a:graphic>
      </p:graphicFrame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="" xmlns:a16="http://schemas.microsoft.com/office/drawing/2014/main" id="{F7D25176-31D1-E5F4-088B-84EEA20B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18" y="818236"/>
            <a:ext cx="2577553" cy="1692876"/>
          </a:xfrm>
          <a:prstGeom prst="rect">
            <a:avLst/>
          </a:prstGeom>
        </p:spPr>
      </p:pic>
      <p:pic>
        <p:nvPicPr>
          <p:cNvPr id="7" name="Grafik 6" descr="Ein Bild, das Text, Screenshot, Schrift, Farbigkeit enthält.&#10;&#10;KI-generierte Inhalte können fehlerhaft sein.">
            <a:extLst>
              <a:ext uri="{FF2B5EF4-FFF2-40B4-BE49-F238E27FC236}">
                <a16:creationId xmlns="" xmlns:a16="http://schemas.microsoft.com/office/drawing/2014/main" id="{C6AA33B8-DF45-436E-5D11-FE93CDFF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111" y="787194"/>
            <a:ext cx="2716116" cy="1754958"/>
          </a:xfrm>
          <a:prstGeom prst="rect">
            <a:avLst/>
          </a:prstGeom>
        </p:spPr>
      </p:pic>
      <p:pic>
        <p:nvPicPr>
          <p:cNvPr id="9" name="Grafik 8" descr="Ein Bild, das Text, Screenshot, Display, Zahl enthält.&#10;&#10;KI-generierte Inhalte können fehlerhaft sein.">
            <a:extLst>
              <a:ext uri="{FF2B5EF4-FFF2-40B4-BE49-F238E27FC236}">
                <a16:creationId xmlns="" xmlns:a16="http://schemas.microsoft.com/office/drawing/2014/main" id="{EE979CE3-41F7-9471-4190-E96CB239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73" b="2071"/>
          <a:stretch>
            <a:fillRect/>
          </a:stretch>
        </p:blipFill>
        <p:spPr>
          <a:xfrm>
            <a:off x="5966234" y="807814"/>
            <a:ext cx="2616452" cy="171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7BBA451-3B7A-540E-9C92-9355CB6AED8E}"/>
              </a:ext>
            </a:extLst>
          </p:cNvPr>
          <p:cNvSpPr txBox="1"/>
          <p:nvPr/>
        </p:nvSpPr>
        <p:spPr>
          <a:xfrm>
            <a:off x="3640621" y="934026"/>
            <a:ext cx="5204617" cy="5202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Analyse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Umsatzrendite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(ROS)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nach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Organisationseinheiten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und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Jahr</a:t>
            </a:r>
            <a:r>
              <a:rPr lang="en-US" sz="1250" b="1" dirty="0" smtClean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:</a:t>
            </a:r>
            <a:endParaRPr lang="vi-VN" sz="1250" b="1" dirty="0" smtClean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endParaRPr lang="en-US" sz="1200" b="1" dirty="0">
              <a:solidFill>
                <a:srgbClr val="0070C0"/>
              </a:solidFill>
              <a:latin typeface="Segoe UI"/>
              <a:cs typeface="Segoe UI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1150" b="1" dirty="0" smtClean="0">
                <a:latin typeface="Segoe UI"/>
                <a:ea typeface="Calibri"/>
                <a:cs typeface="Calibri"/>
              </a:rPr>
              <a:t>Electronics</a:t>
            </a:r>
            <a:r>
              <a:rPr lang="en-US" sz="1150" dirty="0">
                <a:latin typeface="Segoe UI"/>
                <a:ea typeface="Calibri"/>
                <a:cs typeface="Calibri"/>
              </a:rPr>
              <a:t>: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2023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11,76 %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deutlich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über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(8,65 %)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(9,00 %)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2024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12,92 %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erneut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über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(9,60 %)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(10,09 %)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Sehr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starke</a:t>
            </a:r>
            <a:r>
              <a:rPr lang="en-US" sz="1150" dirty="0">
                <a:latin typeface="Segoe UI"/>
                <a:ea typeface="Calibri"/>
                <a:cs typeface="Calibri"/>
              </a:rPr>
              <a:t> Performance,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kontinuierliche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Effizienzsteigerung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hervorragende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Margenkontrolle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Beste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Organisation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 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Vergleich</a:t>
            </a:r>
            <a:r>
              <a:rPr lang="en-US" sz="1150" dirty="0">
                <a:latin typeface="Segoe UI"/>
                <a:ea typeface="Calibri"/>
                <a:cs typeface="Calibri"/>
              </a:rPr>
              <a:t>, positive und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verbessernde</a:t>
            </a:r>
            <a:r>
              <a:rPr lang="en-US" sz="1150" dirty="0">
                <a:latin typeface="Segoe UI"/>
                <a:ea typeface="Calibri"/>
                <a:cs typeface="Calibri"/>
              </a:rPr>
              <a:t> ROS in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alles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untersuchte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Umfeld</a:t>
            </a:r>
            <a:endParaRPr lang="en-US" sz="1150" dirty="0">
              <a:latin typeface="Segoe UI"/>
              <a:cs typeface="Segoe UI"/>
            </a:endParaRPr>
          </a:p>
          <a:p>
            <a:endParaRPr lang="en-US" sz="1150" dirty="0">
              <a:latin typeface="Segoe UI"/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1150" b="1" dirty="0" smtClean="0">
                <a:latin typeface="Segoe UI"/>
                <a:ea typeface="Calibri"/>
                <a:cs typeface="Calibri"/>
              </a:rPr>
              <a:t>Battery</a:t>
            </a:r>
            <a:r>
              <a:rPr lang="en-US" sz="1150" dirty="0">
                <a:latin typeface="Segoe UI"/>
                <a:ea typeface="Calibri"/>
                <a:cs typeface="Calibri"/>
              </a:rPr>
              <a:t>: 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2023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3,33 %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leicht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unter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(3,54 %)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(3,80 %) 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2024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3,19 %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stark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unter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(3,42 %)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(8,99 %)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Stagnierende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Rentabilität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und stabile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-ROS (ca. 3,5 %)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aber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keine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sichtbare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Verbesserung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Effizienzprobleme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oder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hohe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Kostenstruktur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keine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Optimierung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erkennbar</a:t>
            </a:r>
            <a:endParaRPr lang="en-US" sz="1150" dirty="0">
              <a:latin typeface="Segoe UI"/>
              <a:cs typeface="Segoe UI"/>
            </a:endParaRPr>
          </a:p>
          <a:p>
            <a:endParaRPr lang="en-US" sz="1150" dirty="0">
              <a:latin typeface="Segoe UI"/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1150" b="1" dirty="0" smtClean="0">
                <a:latin typeface="Segoe UI"/>
                <a:ea typeface="Calibri"/>
                <a:cs typeface="Calibri"/>
              </a:rPr>
              <a:t>Mechanics</a:t>
            </a:r>
            <a:r>
              <a:rPr lang="en-US" sz="1150" dirty="0">
                <a:latin typeface="Segoe UI"/>
                <a:ea typeface="Calibri"/>
                <a:cs typeface="Calibri"/>
              </a:rPr>
              <a:t>: 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2023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-4,78</a:t>
            </a:r>
            <a:r>
              <a:rPr lang="en-US" sz="1150" b="1" dirty="0">
                <a:latin typeface="Segoe UI"/>
                <a:ea typeface="+mn-lt"/>
                <a:cs typeface="+mn-lt"/>
              </a:rPr>
              <a:t> % </a:t>
            </a:r>
            <a:r>
              <a:rPr lang="en-US" sz="1150" dirty="0">
                <a:latin typeface="Segoe UI"/>
                <a:ea typeface="Calibri"/>
                <a:cs typeface="Calibri"/>
              </a:rPr>
              <a:t>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deutlich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unter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(-0,80 %)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(2,68 %)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2024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3,19 %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leichte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Verbesserung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aber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weiterhin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 smtClean="0">
                <a:latin typeface="Segoe UI"/>
                <a:ea typeface="Calibri"/>
                <a:cs typeface="Calibri"/>
              </a:rPr>
              <a:t>negativ</a:t>
            </a:r>
            <a:endParaRPr lang="vi-VN" sz="1150" b="1" dirty="0" smtClean="0">
              <a:latin typeface="Segoe UI"/>
              <a:ea typeface="Calibri"/>
              <a:cs typeface="Calibri"/>
            </a:endParaRPr>
          </a:p>
          <a:p>
            <a:endParaRPr lang="en-US" sz="1150" dirty="0">
              <a:latin typeface="Segoe UI"/>
              <a:cs typeface="Segoe UI"/>
            </a:endParaRPr>
          </a:p>
          <a:p>
            <a:r>
              <a:rPr lang="en-US" sz="1150" b="1" dirty="0" smtClean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Größtes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Problemfeld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</a:t>
            </a:r>
            <a:r>
              <a:rPr lang="en-US" sz="1150" dirty="0">
                <a:latin typeface="Segoe UI"/>
                <a:ea typeface="Calibri"/>
                <a:cs typeface="Calibri"/>
              </a:rPr>
              <a:t> Der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Bereich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immer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unprofitabel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mit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negativer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ROS-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Werte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in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sowohl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als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auch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Actual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für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zwei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Jahre</a:t>
            </a:r>
            <a:r>
              <a:rPr lang="en-US" sz="1150" dirty="0">
                <a:latin typeface="Segoe UI"/>
                <a:ea typeface="Calibri"/>
                <a:cs typeface="Calibri"/>
              </a:rPr>
              <a:t> in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Folge</a:t>
            </a:r>
            <a:r>
              <a:rPr lang="en-US" sz="1150" dirty="0" smtClean="0">
                <a:latin typeface="Segoe UI"/>
                <a:ea typeface="Calibri"/>
                <a:cs typeface="Calibri"/>
              </a:rPr>
              <a:t>.</a:t>
            </a:r>
            <a:endParaRPr lang="vi-VN" sz="1150" dirty="0" smtClean="0">
              <a:latin typeface="Segoe UI"/>
              <a:ea typeface="Calibri"/>
              <a:cs typeface="Calibri"/>
            </a:endParaRPr>
          </a:p>
          <a:p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Signifikante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Verluste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trotz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besserem</a:t>
            </a:r>
            <a:r>
              <a:rPr lang="en-US" sz="1150" dirty="0">
                <a:latin typeface="Segoe UI"/>
                <a:ea typeface="Calibri"/>
                <a:cs typeface="Calibri"/>
              </a:rPr>
              <a:t> ROS_PL (-0,54 %) und OI (3,25 %)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Segoe UI"/>
              </a:rPr>
              <a:t>=&gt;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Kritische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Situation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dringender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Handlungsbedarf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sowie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strategische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Neuausrichtung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erforderlich</a:t>
            </a:r>
            <a:endParaRPr lang="en-US" sz="1150" dirty="0">
              <a:latin typeface="Segoe UI"/>
              <a:cs typeface="Segoe UI"/>
            </a:endParaRPr>
          </a:p>
          <a:p>
            <a:pPr algn="l"/>
            <a:endParaRPr lang="en-US" sz="788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ACA5813-F826-AD7A-79D1-BF1FF65AAED8}"/>
              </a:ext>
            </a:extLst>
          </p:cNvPr>
          <p:cNvSpPr txBox="1"/>
          <p:nvPr/>
        </p:nvSpPr>
        <p:spPr>
          <a:xfrm>
            <a:off x="382439" y="281797"/>
            <a:ext cx="83791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cap="all">
                <a:latin typeface="Segoe UI"/>
              </a:rPr>
              <a:t>Analyse </a:t>
            </a:r>
            <a:r>
              <a:rPr lang="en-US" sz="2400" b="1" cap="all" err="1">
                <a:latin typeface="Segoe UI"/>
              </a:rPr>
              <a:t>Rentabilität</a:t>
            </a:r>
            <a:r>
              <a:rPr lang="en-US" sz="2400" b="1" cap="all">
                <a:latin typeface="Segoe UI"/>
              </a:rPr>
              <a:t> (ROs) der Jahren 2023 - 2024</a:t>
            </a:r>
            <a:r>
              <a:rPr lang="en-US" sz="2400">
                <a:latin typeface="Segoe UI"/>
                <a:cs typeface="Segoe UI"/>
              </a:rPr>
              <a:t>​</a:t>
            </a:r>
            <a:endParaRPr lang="en-US"/>
          </a:p>
        </p:txBody>
      </p:sp>
      <p:pic>
        <p:nvPicPr>
          <p:cNvPr id="11" name="Grafik 10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EFD9389E-861B-A6AE-8619-714197B6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9" r="106" b="2103"/>
          <a:stretch>
            <a:fillRect/>
          </a:stretch>
        </p:blipFill>
        <p:spPr>
          <a:xfrm>
            <a:off x="408217" y="4412633"/>
            <a:ext cx="3147951" cy="1607639"/>
          </a:xfrm>
          <a:prstGeom prst="rect">
            <a:avLst/>
          </a:prstGeom>
        </p:spPr>
      </p:pic>
      <p:pic>
        <p:nvPicPr>
          <p:cNvPr id="12" name="Grafik 11" descr="Ein Bild, das Text, Screenshot, Zahl, Schrift enthält.&#10;&#10;KI-generierte Inhalte können fehlerhaft sein.">
            <a:extLst>
              <a:ext uri="{FF2B5EF4-FFF2-40B4-BE49-F238E27FC236}">
                <a16:creationId xmlns="" xmlns:a16="http://schemas.microsoft.com/office/drawing/2014/main" id="{7676D73F-18C6-66C5-672E-2EC704DD9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99" y="2580388"/>
            <a:ext cx="3133984" cy="1803314"/>
          </a:xfrm>
          <a:prstGeom prst="rect">
            <a:avLst/>
          </a:prstGeom>
        </p:spPr>
      </p:pic>
      <p:pic>
        <p:nvPicPr>
          <p:cNvPr id="13" name="Grafik 12" descr="Ein Bild, das Text, Screenshot, Zahl, Display enthält.&#10;&#10;KI-generierte Inhalte können fehlerhaft sein.">
            <a:extLst>
              <a:ext uri="{FF2B5EF4-FFF2-40B4-BE49-F238E27FC236}">
                <a16:creationId xmlns="" xmlns:a16="http://schemas.microsoft.com/office/drawing/2014/main" id="{8BD986CA-D09F-ED6D-7295-9A43BA5A6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62" y="829470"/>
            <a:ext cx="3127805" cy="169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600</Words>
  <Application>Microsoft Office PowerPoint</Application>
  <PresentationFormat>On-screen Show (4:3)</PresentationFormat>
  <Paragraphs>175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ChronicleVTI</vt:lpstr>
      <vt:lpstr>WELCOME</vt:lpstr>
      <vt:lpstr>Overview</vt:lpstr>
      <vt:lpstr> Organisationseinheiten</vt:lpstr>
      <vt:lpstr>MAterial</vt:lpstr>
      <vt:lpstr>PowerPoint Presentation</vt:lpstr>
      <vt:lpstr>PowerPoint Presentation</vt:lpstr>
      <vt:lpstr>Analyse der mitarbeiter </vt:lpstr>
      <vt:lpstr>Analyse Plan-Actual Sales 2023 - 2024</vt:lpstr>
      <vt:lpstr>PowerPoint Presentation</vt:lpstr>
      <vt:lpstr>Analyse Plan-Actual ebit 2023 - 2024</vt:lpstr>
      <vt:lpstr>Analyse sales der Jahren 2023 - 2024</vt:lpstr>
      <vt:lpstr>Analyse Gross_Margin der Jahren 2023 - 2024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subject/>
  <dc:creator>Max Hubauer</dc:creator>
  <cp:keywords/>
  <dc:description>generated using python-pptx</dc:description>
  <cp:lastModifiedBy>nguyen gumiho</cp:lastModifiedBy>
  <cp:revision>22</cp:revision>
  <dcterms:created xsi:type="dcterms:W3CDTF">2013-01-27T09:14:16Z</dcterms:created>
  <dcterms:modified xsi:type="dcterms:W3CDTF">2026-09-02T21:27:31Z</dcterms:modified>
  <cp:category/>
</cp:coreProperties>
</file>